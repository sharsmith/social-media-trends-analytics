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7"/>
  </p:notesMasterIdLst>
  <p:handoutMasterIdLst>
    <p:handoutMasterId r:id="rId18"/>
  </p:handoutMasterIdLst>
  <p:sldIdLst>
    <p:sldId id="436" r:id="rId5"/>
    <p:sldId id="448" r:id="rId6"/>
    <p:sldId id="449" r:id="rId7"/>
    <p:sldId id="450" r:id="rId8"/>
    <p:sldId id="451" r:id="rId9"/>
    <p:sldId id="455" r:id="rId10"/>
    <p:sldId id="456" r:id="rId11"/>
    <p:sldId id="457" r:id="rId12"/>
    <p:sldId id="458" r:id="rId13"/>
    <p:sldId id="453" r:id="rId14"/>
    <p:sldId id="454" r:id="rId15"/>
    <p:sldId id="43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248"/>
    <a:srgbClr val="FFBD47"/>
    <a:srgbClr val="FFFFFF"/>
    <a:srgbClr val="00336C"/>
    <a:srgbClr val="004B9E"/>
    <a:srgbClr val="418187"/>
    <a:srgbClr val="0C4046"/>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A6FB81-69BA-09CA-4CC2-396DC37DD16B}" v="29" dt="2025-11-28T19:16:21.748"/>
    <p1510:client id="{7FC8F110-8847-22BB-75D8-1DF355069B17}" v="3" dt="2025-11-28T18:29:51.465"/>
    <p1510:client id="{D92D548E-2069-4C0A-9F40-84041D190B64}" v="434" dt="2025-11-28T21:35:59.728"/>
  </p1510:revLst>
</p1510:revInfo>
</file>

<file path=ppt/tableStyles.xml><?xml version="1.0" encoding="utf-8"?>
<a:tblStyleLst xmlns:a="http://schemas.openxmlformats.org/drawingml/2006/main" def="{0E3FDE45-AF77-4B5C-9715-49D594BDF05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499" autoAdjust="0"/>
  </p:normalViewPr>
  <p:slideViewPr>
    <p:cSldViewPr snapToGrid="0">
      <p:cViewPr varScale="1">
        <p:scale>
          <a:sx n="49" d="100"/>
          <a:sy n="49" d="100"/>
        </p:scale>
        <p:origin x="1244" y="2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mith, Sharon" userId="f479e268-f6ca-4e47-8943-5bc3efaea403" providerId="ADAL" clId="{484BFB59-C261-4773-839D-5788C54DAE7E}"/>
    <pc:docChg chg="undo redo custSel addSld modSld">
      <pc:chgData name="Smith, Sharon" userId="f479e268-f6ca-4e47-8943-5bc3efaea403" providerId="ADAL" clId="{484BFB59-C261-4773-839D-5788C54DAE7E}" dt="2025-11-28T21:35:59.728" v="728" actId="1076"/>
      <pc:docMkLst>
        <pc:docMk/>
      </pc:docMkLst>
      <pc:sldChg chg="modSp mod setBg">
        <pc:chgData name="Smith, Sharon" userId="f479e268-f6ca-4e47-8943-5bc3efaea403" providerId="ADAL" clId="{484BFB59-C261-4773-839D-5788C54DAE7E}" dt="2025-11-28T20:38:55.041" v="375"/>
        <pc:sldMkLst>
          <pc:docMk/>
          <pc:sldMk cId="2280806097" sldId="435"/>
        </pc:sldMkLst>
        <pc:spChg chg="mod">
          <ac:chgData name="Smith, Sharon" userId="f479e268-f6ca-4e47-8943-5bc3efaea403" providerId="ADAL" clId="{484BFB59-C261-4773-839D-5788C54DAE7E}" dt="2025-11-28T20:38:46.720" v="374" actId="207"/>
          <ac:spMkLst>
            <pc:docMk/>
            <pc:sldMk cId="2280806097" sldId="435"/>
            <ac:spMk id="6" creationId="{6C71D8FC-E122-CABE-6FCE-615B2C341934}"/>
          </ac:spMkLst>
        </pc:spChg>
      </pc:sldChg>
      <pc:sldChg chg="addSp modSp mod">
        <pc:chgData name="Smith, Sharon" userId="f479e268-f6ca-4e47-8943-5bc3efaea403" providerId="ADAL" clId="{484BFB59-C261-4773-839D-5788C54DAE7E}" dt="2025-11-28T21:35:59.728" v="728" actId="1076"/>
        <pc:sldMkLst>
          <pc:docMk/>
          <pc:sldMk cId="199053634" sldId="450"/>
        </pc:sldMkLst>
        <pc:spChg chg="mod">
          <ac:chgData name="Smith, Sharon" userId="f479e268-f6ca-4e47-8943-5bc3efaea403" providerId="ADAL" clId="{484BFB59-C261-4773-839D-5788C54DAE7E}" dt="2025-11-28T21:35:59.728" v="728" actId="1076"/>
          <ac:spMkLst>
            <pc:docMk/>
            <pc:sldMk cId="199053634" sldId="450"/>
            <ac:spMk id="10" creationId="{136CBA0D-F3C6-10EB-93C5-8440E52C546A}"/>
          </ac:spMkLst>
        </pc:spChg>
        <pc:spChg chg="add mod">
          <ac:chgData name="Smith, Sharon" userId="f479e268-f6ca-4e47-8943-5bc3efaea403" providerId="ADAL" clId="{484BFB59-C261-4773-839D-5788C54DAE7E}" dt="2025-11-28T21:34:41.781" v="725" actId="20577"/>
          <ac:spMkLst>
            <pc:docMk/>
            <pc:sldMk cId="199053634" sldId="450"/>
            <ac:spMk id="23" creationId="{E4DC7B5C-F276-8741-B3EF-BC9BDDE8B857}"/>
          </ac:spMkLst>
        </pc:spChg>
        <pc:spChg chg="add mod">
          <ac:chgData name="Smith, Sharon" userId="f479e268-f6ca-4e47-8943-5bc3efaea403" providerId="ADAL" clId="{484BFB59-C261-4773-839D-5788C54DAE7E}" dt="2025-11-28T21:33:21.806" v="711" actId="1076"/>
          <ac:spMkLst>
            <pc:docMk/>
            <pc:sldMk cId="199053634" sldId="450"/>
            <ac:spMk id="24" creationId="{2F20556C-C056-E223-215E-189627D4087C}"/>
          </ac:spMkLst>
        </pc:spChg>
        <pc:graphicFrameChg chg="mod">
          <ac:chgData name="Smith, Sharon" userId="f479e268-f6ca-4e47-8943-5bc3efaea403" providerId="ADAL" clId="{484BFB59-C261-4773-839D-5788C54DAE7E}" dt="2025-11-28T21:33:46.278" v="714"/>
          <ac:graphicFrameMkLst>
            <pc:docMk/>
            <pc:sldMk cId="199053634" sldId="450"/>
            <ac:graphicFrameMk id="16" creationId="{30C67B93-3974-8EF5-FF0E-E81461F6160B}"/>
          </ac:graphicFrameMkLst>
        </pc:graphicFrameChg>
      </pc:sldChg>
      <pc:sldChg chg="modSp mod">
        <pc:chgData name="Smith, Sharon" userId="f479e268-f6ca-4e47-8943-5bc3efaea403" providerId="ADAL" clId="{484BFB59-C261-4773-839D-5788C54DAE7E}" dt="2025-11-28T21:19:03.282" v="609" actId="20577"/>
        <pc:sldMkLst>
          <pc:docMk/>
          <pc:sldMk cId="2978061032" sldId="451"/>
        </pc:sldMkLst>
        <pc:spChg chg="mod">
          <ac:chgData name="Smith, Sharon" userId="f479e268-f6ca-4e47-8943-5bc3efaea403" providerId="ADAL" clId="{484BFB59-C261-4773-839D-5788C54DAE7E}" dt="2025-11-28T21:19:03.282" v="609" actId="20577"/>
          <ac:spMkLst>
            <pc:docMk/>
            <pc:sldMk cId="2978061032" sldId="451"/>
            <ac:spMk id="31" creationId="{91DB1CAB-DCC4-DD3C-53FC-093761900161}"/>
          </ac:spMkLst>
        </pc:spChg>
        <pc:spChg chg="mod">
          <ac:chgData name="Smith, Sharon" userId="f479e268-f6ca-4e47-8943-5bc3efaea403" providerId="ADAL" clId="{484BFB59-C261-4773-839D-5788C54DAE7E}" dt="2025-11-28T20:40:32.308" v="413" actId="20577"/>
          <ac:spMkLst>
            <pc:docMk/>
            <pc:sldMk cId="2978061032" sldId="451"/>
            <ac:spMk id="38" creationId="{7EC2709D-F5E6-77B4-B4CE-AEB149F2506A}"/>
          </ac:spMkLst>
        </pc:spChg>
      </pc:sldChg>
      <pc:sldChg chg="addSp delSp modSp mod setBg modClrScheme chgLayout">
        <pc:chgData name="Smith, Sharon" userId="f479e268-f6ca-4e47-8943-5bc3efaea403" providerId="ADAL" clId="{484BFB59-C261-4773-839D-5788C54DAE7E}" dt="2025-11-28T21:16:39.078" v="606" actId="1036"/>
        <pc:sldMkLst>
          <pc:docMk/>
          <pc:sldMk cId="2336294081" sldId="453"/>
        </pc:sldMkLst>
        <pc:spChg chg="add mod ord">
          <ac:chgData name="Smith, Sharon" userId="f479e268-f6ca-4e47-8943-5bc3efaea403" providerId="ADAL" clId="{484BFB59-C261-4773-839D-5788C54DAE7E}" dt="2025-11-28T21:00:50.835" v="527" actId="207"/>
          <ac:spMkLst>
            <pc:docMk/>
            <pc:sldMk cId="2336294081" sldId="453"/>
            <ac:spMk id="2" creationId="{FAB6B0B2-CFDB-24E3-0F64-C71D9AA08042}"/>
          </ac:spMkLst>
        </pc:spChg>
        <pc:spChg chg="mod ord">
          <ac:chgData name="Smith, Sharon" userId="f479e268-f6ca-4e47-8943-5bc3efaea403" providerId="ADAL" clId="{484BFB59-C261-4773-839D-5788C54DAE7E}" dt="2025-11-28T20:49:05.919" v="414" actId="700"/>
          <ac:spMkLst>
            <pc:docMk/>
            <pc:sldMk cId="2336294081" sldId="453"/>
            <ac:spMk id="3" creationId="{BEFEFF71-493F-0657-2241-22D3D07AF94D}"/>
          </ac:spMkLst>
        </pc:spChg>
        <pc:spChg chg="mod ord">
          <ac:chgData name="Smith, Sharon" userId="f479e268-f6ca-4e47-8943-5bc3efaea403" providerId="ADAL" clId="{484BFB59-C261-4773-839D-5788C54DAE7E}" dt="2025-11-28T20:57:30.115" v="505" actId="207"/>
          <ac:spMkLst>
            <pc:docMk/>
            <pc:sldMk cId="2336294081" sldId="453"/>
            <ac:spMk id="4" creationId="{BC8DA83A-5763-B5A1-FA99-6A3FBAAC3505}"/>
          </ac:spMkLst>
        </pc:spChg>
        <pc:spChg chg="del mod ord">
          <ac:chgData name="Smith, Sharon" userId="f479e268-f6ca-4e47-8943-5bc3efaea403" providerId="ADAL" clId="{484BFB59-C261-4773-839D-5788C54DAE7E}" dt="2025-11-28T20:49:05.919" v="414" actId="700"/>
          <ac:spMkLst>
            <pc:docMk/>
            <pc:sldMk cId="2336294081" sldId="453"/>
            <ac:spMk id="5" creationId="{56DDF77F-E52D-2E36-BE23-1BEA0B6B2398}"/>
          </ac:spMkLst>
        </pc:spChg>
        <pc:spChg chg="add del mod ord">
          <ac:chgData name="Smith, Sharon" userId="f479e268-f6ca-4e47-8943-5bc3efaea403" providerId="ADAL" clId="{484BFB59-C261-4773-839D-5788C54DAE7E}" dt="2025-11-28T20:50:56.742" v="445" actId="1032"/>
          <ac:spMkLst>
            <pc:docMk/>
            <pc:sldMk cId="2336294081" sldId="453"/>
            <ac:spMk id="6" creationId="{E3233998-CF2D-7B01-76CC-94271DEC3CB9}"/>
          </ac:spMkLst>
        </pc:spChg>
        <pc:spChg chg="add mod ord">
          <ac:chgData name="Smith, Sharon" userId="f479e268-f6ca-4e47-8943-5bc3efaea403" providerId="ADAL" clId="{484BFB59-C261-4773-839D-5788C54DAE7E}" dt="2025-11-28T20:58:15.453" v="509" actId="207"/>
          <ac:spMkLst>
            <pc:docMk/>
            <pc:sldMk cId="2336294081" sldId="453"/>
            <ac:spMk id="7" creationId="{774DF13A-91E6-4382-2780-8E79CDA5E876}"/>
          </ac:spMkLst>
        </pc:spChg>
        <pc:spChg chg="add del mod ord">
          <ac:chgData name="Smith, Sharon" userId="f479e268-f6ca-4e47-8943-5bc3efaea403" providerId="ADAL" clId="{484BFB59-C261-4773-839D-5788C54DAE7E}" dt="2025-11-28T20:51:20.461" v="446" actId="1032"/>
          <ac:spMkLst>
            <pc:docMk/>
            <pc:sldMk cId="2336294081" sldId="453"/>
            <ac:spMk id="8" creationId="{361E3161-E9CF-5866-8ACF-3478F55B5DAC}"/>
          </ac:spMkLst>
        </pc:spChg>
        <pc:spChg chg="add mod">
          <ac:chgData name="Smith, Sharon" userId="f479e268-f6ca-4e47-8943-5bc3efaea403" providerId="ADAL" clId="{484BFB59-C261-4773-839D-5788C54DAE7E}" dt="2025-11-28T21:08:56.700" v="576" actId="11"/>
          <ac:spMkLst>
            <pc:docMk/>
            <pc:sldMk cId="2336294081" sldId="453"/>
            <ac:spMk id="11" creationId="{E621936B-FEAD-2D86-9733-BF710FB13F65}"/>
          </ac:spMkLst>
        </pc:spChg>
        <pc:spChg chg="add del mod ord">
          <ac:chgData name="Smith, Sharon" userId="f479e268-f6ca-4e47-8943-5bc3efaea403" providerId="ADAL" clId="{484BFB59-C261-4773-839D-5788C54DAE7E}" dt="2025-11-28T21:07:34.939" v="569" actId="21"/>
          <ac:spMkLst>
            <pc:docMk/>
            <pc:sldMk cId="2336294081" sldId="453"/>
            <ac:spMk id="13" creationId="{D8890907-8251-7416-E491-3DAFDA24497A}"/>
          </ac:spMkLst>
        </pc:spChg>
        <pc:spChg chg="add del mod">
          <ac:chgData name="Smith, Sharon" userId="f479e268-f6ca-4e47-8943-5bc3efaea403" providerId="ADAL" clId="{484BFB59-C261-4773-839D-5788C54DAE7E}" dt="2025-11-28T21:08:08.024" v="574" actId="21"/>
          <ac:spMkLst>
            <pc:docMk/>
            <pc:sldMk cId="2336294081" sldId="453"/>
            <ac:spMk id="15" creationId="{83B99FDD-E9ED-FC81-7930-F0987837ACEB}"/>
          </ac:spMkLst>
        </pc:spChg>
        <pc:spChg chg="add mod">
          <ac:chgData name="Smith, Sharon" userId="f479e268-f6ca-4e47-8943-5bc3efaea403" providerId="ADAL" clId="{484BFB59-C261-4773-839D-5788C54DAE7E}" dt="2025-11-28T21:16:39.078" v="606" actId="1036"/>
          <ac:spMkLst>
            <pc:docMk/>
            <pc:sldMk cId="2336294081" sldId="453"/>
            <ac:spMk id="16" creationId="{1C61778F-25BF-F457-4F6F-87C9727FC99C}"/>
          </ac:spMkLst>
        </pc:spChg>
        <pc:graphicFrameChg chg="add del mod modGraphic">
          <ac:chgData name="Smith, Sharon" userId="f479e268-f6ca-4e47-8943-5bc3efaea403" providerId="ADAL" clId="{484BFB59-C261-4773-839D-5788C54DAE7E}" dt="2025-11-28T21:05:48.826" v="558" actId="478"/>
          <ac:graphicFrameMkLst>
            <pc:docMk/>
            <pc:sldMk cId="2336294081" sldId="453"/>
            <ac:graphicFrameMk id="9" creationId="{85B677D2-1E60-72DF-E964-EB11899E03BD}"/>
          </ac:graphicFrameMkLst>
        </pc:graphicFrameChg>
        <pc:graphicFrameChg chg="add del mod modGraphic">
          <ac:chgData name="Smith, Sharon" userId="f479e268-f6ca-4e47-8943-5bc3efaea403" providerId="ADAL" clId="{484BFB59-C261-4773-839D-5788C54DAE7E}" dt="2025-11-28T21:08:03.878" v="573" actId="21"/>
          <ac:graphicFrameMkLst>
            <pc:docMk/>
            <pc:sldMk cId="2336294081" sldId="453"/>
            <ac:graphicFrameMk id="10" creationId="{91874C39-2359-76E9-26C7-72D204EDB30F}"/>
          </ac:graphicFrameMkLst>
        </pc:graphicFrameChg>
      </pc:sldChg>
      <pc:sldChg chg="modSp mod setBg">
        <pc:chgData name="Smith, Sharon" userId="f479e268-f6ca-4e47-8943-5bc3efaea403" providerId="ADAL" clId="{484BFB59-C261-4773-839D-5788C54DAE7E}" dt="2025-11-28T21:27:13.862" v="654" actId="2711"/>
        <pc:sldMkLst>
          <pc:docMk/>
          <pc:sldMk cId="3212647241" sldId="454"/>
        </pc:sldMkLst>
        <pc:spChg chg="mod">
          <ac:chgData name="Smith, Sharon" userId="f479e268-f6ca-4e47-8943-5bc3efaea403" providerId="ADAL" clId="{484BFB59-C261-4773-839D-5788C54DAE7E}" dt="2025-11-28T21:21:41.135" v="612" actId="207"/>
          <ac:spMkLst>
            <pc:docMk/>
            <pc:sldMk cId="3212647241" sldId="454"/>
            <ac:spMk id="3" creationId="{E5452444-0CB2-772E-0D4B-88131B1CFCFC}"/>
          </ac:spMkLst>
        </pc:spChg>
        <pc:spChg chg="mod">
          <ac:chgData name="Smith, Sharon" userId="f479e268-f6ca-4e47-8943-5bc3efaea403" providerId="ADAL" clId="{484BFB59-C261-4773-839D-5788C54DAE7E}" dt="2025-11-28T21:21:32.007" v="611" actId="207"/>
          <ac:spMkLst>
            <pc:docMk/>
            <pc:sldMk cId="3212647241" sldId="454"/>
            <ac:spMk id="4" creationId="{EFA7D043-4A20-AEE0-F5FC-E83667171D2A}"/>
          </ac:spMkLst>
        </pc:spChg>
        <pc:spChg chg="mod">
          <ac:chgData name="Smith, Sharon" userId="f479e268-f6ca-4e47-8943-5bc3efaea403" providerId="ADAL" clId="{484BFB59-C261-4773-839D-5788C54DAE7E}" dt="2025-11-28T21:27:13.862" v="654" actId="2711"/>
          <ac:spMkLst>
            <pc:docMk/>
            <pc:sldMk cId="3212647241" sldId="454"/>
            <ac:spMk id="5" creationId="{8D2AEA10-64B8-2A6E-B552-BD4A71519C81}"/>
          </ac:spMkLst>
        </pc:spChg>
      </pc:sldChg>
      <pc:sldChg chg="addSp delSp modSp mod setBg">
        <pc:chgData name="Smith, Sharon" userId="f479e268-f6ca-4e47-8943-5bc3efaea403" providerId="ADAL" clId="{484BFB59-C261-4773-839D-5788C54DAE7E}" dt="2025-11-28T20:28:52.724" v="334"/>
        <pc:sldMkLst>
          <pc:docMk/>
          <pc:sldMk cId="1915048149" sldId="455"/>
        </pc:sldMkLst>
        <pc:spChg chg="add mod">
          <ac:chgData name="Smith, Sharon" userId="f479e268-f6ca-4e47-8943-5bc3efaea403" providerId="ADAL" clId="{484BFB59-C261-4773-839D-5788C54DAE7E}" dt="2025-11-28T18:53:23.408" v="34" actId="1037"/>
          <ac:spMkLst>
            <pc:docMk/>
            <pc:sldMk cId="1915048149" sldId="455"/>
            <ac:spMk id="2" creationId="{D0F35B52-C1C4-8ED4-753E-4DEC21F5396D}"/>
          </ac:spMkLst>
        </pc:spChg>
        <pc:spChg chg="mod">
          <ac:chgData name="Smith, Sharon" userId="f479e268-f6ca-4e47-8943-5bc3efaea403" providerId="ADAL" clId="{484BFB59-C261-4773-839D-5788C54DAE7E}" dt="2025-11-28T18:50:19.396" v="3" actId="26606"/>
          <ac:spMkLst>
            <pc:docMk/>
            <pc:sldMk cId="1915048149" sldId="455"/>
            <ac:spMk id="3" creationId="{BC43D8D0-14D0-7B1E-CB0A-704674265951}"/>
          </ac:spMkLst>
        </pc:spChg>
        <pc:spChg chg="mod">
          <ac:chgData name="Smith, Sharon" userId="f479e268-f6ca-4e47-8943-5bc3efaea403" providerId="ADAL" clId="{484BFB59-C261-4773-839D-5788C54DAE7E}" dt="2025-11-28T19:29:26.281" v="57" actId="14100"/>
          <ac:spMkLst>
            <pc:docMk/>
            <pc:sldMk cId="1915048149" sldId="455"/>
            <ac:spMk id="4" creationId="{A985CCFD-4CF2-569B-B491-CA58FB0AD4C9}"/>
          </ac:spMkLst>
        </pc:spChg>
        <pc:spChg chg="mod">
          <ac:chgData name="Smith, Sharon" userId="f479e268-f6ca-4e47-8943-5bc3efaea403" providerId="ADAL" clId="{484BFB59-C261-4773-839D-5788C54DAE7E}" dt="2025-11-28T19:09:25.676" v="53" actId="1076"/>
          <ac:spMkLst>
            <pc:docMk/>
            <pc:sldMk cId="1915048149" sldId="455"/>
            <ac:spMk id="5" creationId="{BE74BE7F-FCC6-BF8F-F1BD-1299DD9E3648}"/>
          </ac:spMkLst>
        </pc:spChg>
        <pc:spChg chg="add del mod">
          <ac:chgData name="Smith, Sharon" userId="f479e268-f6ca-4e47-8943-5bc3efaea403" providerId="ADAL" clId="{484BFB59-C261-4773-839D-5788C54DAE7E}" dt="2025-11-28T19:29:55.970" v="60" actId="478"/>
          <ac:spMkLst>
            <pc:docMk/>
            <pc:sldMk cId="1915048149" sldId="455"/>
            <ac:spMk id="9" creationId="{F906A4EE-5FE7-1E94-76B7-C1262130B7A5}"/>
          </ac:spMkLst>
        </pc:spChg>
        <pc:spChg chg="add">
          <ac:chgData name="Smith, Sharon" userId="f479e268-f6ca-4e47-8943-5bc3efaea403" providerId="ADAL" clId="{484BFB59-C261-4773-839D-5788C54DAE7E}" dt="2025-11-28T18:50:19.396" v="3" actId="26606"/>
          <ac:spMkLst>
            <pc:docMk/>
            <pc:sldMk cId="1915048149" sldId="455"/>
            <ac:spMk id="10" creationId="{9F74EBBD-8E06-4E83-B0A2-75BB23875FAA}"/>
          </ac:spMkLst>
        </pc:spChg>
        <pc:spChg chg="add">
          <ac:chgData name="Smith, Sharon" userId="f479e268-f6ca-4e47-8943-5bc3efaea403" providerId="ADAL" clId="{484BFB59-C261-4773-839D-5788C54DAE7E}" dt="2025-11-28T18:50:19.396" v="3" actId="26606"/>
          <ac:spMkLst>
            <pc:docMk/>
            <pc:sldMk cId="1915048149" sldId="455"/>
            <ac:spMk id="12" creationId="{760CCE1B-689A-4430-B79E-977B226F310F}"/>
          </ac:spMkLst>
        </pc:spChg>
        <pc:spChg chg="add mod">
          <ac:chgData name="Smith, Sharon" userId="f479e268-f6ca-4e47-8943-5bc3efaea403" providerId="ADAL" clId="{484BFB59-C261-4773-839D-5788C54DAE7E}" dt="2025-11-28T20:01:02.730" v="142" actId="207"/>
          <ac:spMkLst>
            <pc:docMk/>
            <pc:sldMk cId="1915048149" sldId="455"/>
            <ac:spMk id="13" creationId="{5C316BB4-0560-FF53-2D44-289F693F55F6}"/>
          </ac:spMkLst>
        </pc:spChg>
        <pc:spChg chg="add">
          <ac:chgData name="Smith, Sharon" userId="f479e268-f6ca-4e47-8943-5bc3efaea403" providerId="ADAL" clId="{484BFB59-C261-4773-839D-5788C54DAE7E}" dt="2025-11-28T18:50:19.396" v="3" actId="26606"/>
          <ac:spMkLst>
            <pc:docMk/>
            <pc:sldMk cId="1915048149" sldId="455"/>
            <ac:spMk id="14" creationId="{7DDC33EC-086D-4551-A7B9-520718C13923}"/>
          </ac:spMkLst>
        </pc:spChg>
        <pc:spChg chg="add">
          <ac:chgData name="Smith, Sharon" userId="f479e268-f6ca-4e47-8943-5bc3efaea403" providerId="ADAL" clId="{484BFB59-C261-4773-839D-5788C54DAE7E}" dt="2025-11-28T18:50:19.396" v="3" actId="26606"/>
          <ac:spMkLst>
            <pc:docMk/>
            <pc:sldMk cId="1915048149" sldId="455"/>
            <ac:spMk id="16" creationId="{CE6E1EF9-BCA8-4087-A0A6-3B1D576DE352}"/>
          </ac:spMkLst>
        </pc:spChg>
        <pc:spChg chg="add mod">
          <ac:chgData name="Smith, Sharon" userId="f479e268-f6ca-4e47-8943-5bc3efaea403" providerId="ADAL" clId="{484BFB59-C261-4773-839D-5788C54DAE7E}" dt="2025-11-28T20:28:49.132" v="332" actId="114"/>
          <ac:spMkLst>
            <pc:docMk/>
            <pc:sldMk cId="1915048149" sldId="455"/>
            <ac:spMk id="17" creationId="{4624E97A-34A2-1743-02BF-9973C09C8DFA}"/>
          </ac:spMkLst>
        </pc:spChg>
        <pc:spChg chg="add del mod">
          <ac:chgData name="Smith, Sharon" userId="f479e268-f6ca-4e47-8943-5bc3efaea403" providerId="ADAL" clId="{484BFB59-C261-4773-839D-5788C54DAE7E}" dt="2025-11-28T20:04:23.415" v="148" actId="21"/>
          <ac:spMkLst>
            <pc:docMk/>
            <pc:sldMk cId="1915048149" sldId="455"/>
            <ac:spMk id="19" creationId="{66419590-882E-D1B3-5296-B574A1D778C7}"/>
          </ac:spMkLst>
        </pc:spChg>
        <pc:spChg chg="add mod">
          <ac:chgData name="Smith, Sharon" userId="f479e268-f6ca-4e47-8943-5bc3efaea403" providerId="ADAL" clId="{484BFB59-C261-4773-839D-5788C54DAE7E}" dt="2025-11-28T20:26:33.191" v="311" actId="1076"/>
          <ac:spMkLst>
            <pc:docMk/>
            <pc:sldMk cId="1915048149" sldId="455"/>
            <ac:spMk id="21" creationId="{B69AF0C5-DED7-F127-5F21-16BD4019060E}"/>
          </ac:spMkLst>
        </pc:spChg>
        <pc:spChg chg="add del mod">
          <ac:chgData name="Smith, Sharon" userId="f479e268-f6ca-4e47-8943-5bc3efaea403" providerId="ADAL" clId="{484BFB59-C261-4773-839D-5788C54DAE7E}" dt="2025-11-28T20:28:52.724" v="334"/>
          <ac:spMkLst>
            <pc:docMk/>
            <pc:sldMk cId="1915048149" sldId="455"/>
            <ac:spMk id="22" creationId="{552413FE-7AC5-9329-46A3-8E9DB1FDD048}"/>
          </ac:spMkLst>
        </pc:spChg>
        <pc:spChg chg="add">
          <ac:chgData name="Smith, Sharon" userId="f479e268-f6ca-4e47-8943-5bc3efaea403" providerId="ADAL" clId="{484BFB59-C261-4773-839D-5788C54DAE7E}" dt="2025-11-28T20:27:25.349" v="317"/>
          <ac:spMkLst>
            <pc:docMk/>
            <pc:sldMk cId="1915048149" sldId="455"/>
            <ac:spMk id="23" creationId="{8743746C-96F0-B847-480E-B6461320C006}"/>
          </ac:spMkLst>
        </pc:spChg>
        <pc:picChg chg="mod modCrop">
          <ac:chgData name="Smith, Sharon" userId="f479e268-f6ca-4e47-8943-5bc3efaea403" providerId="ADAL" clId="{484BFB59-C261-4773-839D-5788C54DAE7E}" dt="2025-11-28T20:08:17.575" v="158" actId="1076"/>
          <ac:picMkLst>
            <pc:docMk/>
            <pc:sldMk cId="1915048149" sldId="455"/>
            <ac:picMk id="6" creationId="{99047A73-9E49-EC2B-013F-5FB04C9029CC}"/>
          </ac:picMkLst>
        </pc:picChg>
      </pc:sldChg>
      <pc:sldChg chg="addSp delSp modSp add mod">
        <pc:chgData name="Smith, Sharon" userId="f479e268-f6ca-4e47-8943-5bc3efaea403" providerId="ADAL" clId="{484BFB59-C261-4773-839D-5788C54DAE7E}" dt="2025-11-28T20:29:35.171" v="339" actId="1038"/>
        <pc:sldMkLst>
          <pc:docMk/>
          <pc:sldMk cId="1880867443" sldId="456"/>
        </pc:sldMkLst>
        <pc:spChg chg="add del mod">
          <ac:chgData name="Smith, Sharon" userId="f479e268-f6ca-4e47-8943-5bc3efaea403" providerId="ADAL" clId="{484BFB59-C261-4773-839D-5788C54DAE7E}" dt="2025-11-28T19:51:33.145" v="102" actId="931"/>
          <ac:spMkLst>
            <pc:docMk/>
            <pc:sldMk cId="1880867443" sldId="456"/>
            <ac:spMk id="7" creationId="{2B3AD907-C828-295E-BE5B-84DE01D2081C}"/>
          </ac:spMkLst>
        </pc:spChg>
        <pc:spChg chg="mod">
          <ac:chgData name="Smith, Sharon" userId="f479e268-f6ca-4e47-8943-5bc3efaea403" providerId="ADAL" clId="{484BFB59-C261-4773-839D-5788C54DAE7E}" dt="2025-11-28T20:29:23.420" v="337" actId="1076"/>
          <ac:spMkLst>
            <pc:docMk/>
            <pc:sldMk cId="1880867443" sldId="456"/>
            <ac:spMk id="13" creationId="{D6FEB8A5-AEFE-E75D-3747-5837BA5853ED}"/>
          </ac:spMkLst>
        </pc:spChg>
        <pc:spChg chg="mod">
          <ac:chgData name="Smith, Sharon" userId="f479e268-f6ca-4e47-8943-5bc3efaea403" providerId="ADAL" clId="{484BFB59-C261-4773-839D-5788C54DAE7E}" dt="2025-11-28T20:29:35.171" v="339" actId="1038"/>
          <ac:spMkLst>
            <pc:docMk/>
            <pc:sldMk cId="1880867443" sldId="456"/>
            <ac:spMk id="17" creationId="{8577FF6E-17BD-5AB0-9353-A4F0509BBD7C}"/>
          </ac:spMkLst>
        </pc:spChg>
        <pc:spChg chg="add mod">
          <ac:chgData name="Smith, Sharon" userId="f479e268-f6ca-4e47-8943-5bc3efaea403" providerId="ADAL" clId="{484BFB59-C261-4773-839D-5788C54DAE7E}" dt="2025-11-28T20:24:23.494" v="307" actId="1076"/>
          <ac:spMkLst>
            <pc:docMk/>
            <pc:sldMk cId="1880867443" sldId="456"/>
            <ac:spMk id="19" creationId="{66419590-882E-D1B3-5296-B574A1D778C7}"/>
          </ac:spMkLst>
        </pc:spChg>
        <pc:picChg chg="del mod">
          <ac:chgData name="Smith, Sharon" userId="f479e268-f6ca-4e47-8943-5bc3efaea403" providerId="ADAL" clId="{484BFB59-C261-4773-839D-5788C54DAE7E}" dt="2025-11-28T19:51:16.270" v="98" actId="478"/>
          <ac:picMkLst>
            <pc:docMk/>
            <pc:sldMk cId="1880867443" sldId="456"/>
            <ac:picMk id="6" creationId="{D83336C9-5CCA-2805-D97E-5D155845B4FB}"/>
          </ac:picMkLst>
        </pc:picChg>
        <pc:picChg chg="add mod">
          <ac:chgData name="Smith, Sharon" userId="f479e268-f6ca-4e47-8943-5bc3efaea403" providerId="ADAL" clId="{484BFB59-C261-4773-839D-5788C54DAE7E}" dt="2025-11-28T20:21:23.026" v="299" actId="1076"/>
          <ac:picMkLst>
            <pc:docMk/>
            <pc:sldMk cId="1880867443" sldId="456"/>
            <ac:picMk id="9" creationId="{F4D8E1FE-8E39-22BF-0D64-2814ECC392CF}"/>
          </ac:picMkLst>
        </pc:picChg>
      </pc:sldChg>
      <pc:sldChg chg="addSp delSp modSp add mod">
        <pc:chgData name="Smith, Sharon" userId="f479e268-f6ca-4e47-8943-5bc3efaea403" providerId="ADAL" clId="{484BFB59-C261-4773-839D-5788C54DAE7E}" dt="2025-11-28T20:18:28.442" v="287" actId="5793"/>
        <pc:sldMkLst>
          <pc:docMk/>
          <pc:sldMk cId="3687421288" sldId="457"/>
        </pc:sldMkLst>
        <pc:spChg chg="mod">
          <ac:chgData name="Smith, Sharon" userId="f479e268-f6ca-4e47-8943-5bc3efaea403" providerId="ADAL" clId="{484BFB59-C261-4773-839D-5788C54DAE7E}" dt="2025-11-28T20:18:03.561" v="284" actId="1076"/>
          <ac:spMkLst>
            <pc:docMk/>
            <pc:sldMk cId="3687421288" sldId="457"/>
            <ac:spMk id="2" creationId="{12A5B8EF-603E-5A25-173B-28A362F1FAC0}"/>
          </ac:spMkLst>
        </pc:spChg>
        <pc:spChg chg="add del mod">
          <ac:chgData name="Smith, Sharon" userId="f479e268-f6ca-4e47-8943-5bc3efaea403" providerId="ADAL" clId="{484BFB59-C261-4773-839D-5788C54DAE7E}" dt="2025-11-28T20:14:03.387" v="230" actId="478"/>
          <ac:spMkLst>
            <pc:docMk/>
            <pc:sldMk cId="3687421288" sldId="457"/>
            <ac:spMk id="5" creationId="{078845A9-D94C-3092-922F-AEA172974A5C}"/>
          </ac:spMkLst>
        </pc:spChg>
        <pc:spChg chg="add mod">
          <ac:chgData name="Smith, Sharon" userId="f479e268-f6ca-4e47-8943-5bc3efaea403" providerId="ADAL" clId="{484BFB59-C261-4773-839D-5788C54DAE7E}" dt="2025-11-28T20:13:21.569" v="222"/>
          <ac:spMkLst>
            <pc:docMk/>
            <pc:sldMk cId="3687421288" sldId="457"/>
            <ac:spMk id="6" creationId="{3FBFCF01-B83D-C724-0C5E-564140835EE9}"/>
          </ac:spMkLst>
        </pc:spChg>
        <pc:spChg chg="mod">
          <ac:chgData name="Smith, Sharon" userId="f479e268-f6ca-4e47-8943-5bc3efaea403" providerId="ADAL" clId="{484BFB59-C261-4773-839D-5788C54DAE7E}" dt="2025-11-28T20:12:13.028" v="216" actId="20577"/>
          <ac:spMkLst>
            <pc:docMk/>
            <pc:sldMk cId="3687421288" sldId="457"/>
            <ac:spMk id="13" creationId="{E6159D81-BEFB-A9E9-15DA-0C96E0AF6C32}"/>
          </ac:spMkLst>
        </pc:spChg>
        <pc:spChg chg="mod">
          <ac:chgData name="Smith, Sharon" userId="f479e268-f6ca-4e47-8943-5bc3efaea403" providerId="ADAL" clId="{484BFB59-C261-4773-839D-5788C54DAE7E}" dt="2025-11-28T20:17:30.368" v="282" actId="20577"/>
          <ac:spMkLst>
            <pc:docMk/>
            <pc:sldMk cId="3687421288" sldId="457"/>
            <ac:spMk id="17" creationId="{74DD4ACF-5AC6-83BC-426D-3FCF5DE26623}"/>
          </ac:spMkLst>
        </pc:spChg>
        <pc:spChg chg="mod">
          <ac:chgData name="Smith, Sharon" userId="f479e268-f6ca-4e47-8943-5bc3efaea403" providerId="ADAL" clId="{484BFB59-C261-4773-839D-5788C54DAE7E}" dt="2025-11-28T20:18:28.442" v="287" actId="5793"/>
          <ac:spMkLst>
            <pc:docMk/>
            <pc:sldMk cId="3687421288" sldId="457"/>
            <ac:spMk id="19" creationId="{61E1594A-B426-F13B-937B-252A77EF682E}"/>
          </ac:spMkLst>
        </pc:spChg>
        <pc:picChg chg="mod">
          <ac:chgData name="Smith, Sharon" userId="f479e268-f6ca-4e47-8943-5bc3efaea403" providerId="ADAL" clId="{484BFB59-C261-4773-839D-5788C54DAE7E}" dt="2025-11-28T20:12:36.881" v="217" actId="14826"/>
          <ac:picMkLst>
            <pc:docMk/>
            <pc:sldMk cId="3687421288" sldId="457"/>
            <ac:picMk id="9" creationId="{19B6F5B9-0307-7B0D-AD1F-DC19371CD98A}"/>
          </ac:picMkLst>
        </pc:picChg>
      </pc:sldChg>
      <pc:sldChg chg="addSp delSp modSp add mod">
        <pc:chgData name="Smith, Sharon" userId="f479e268-f6ca-4e47-8943-5bc3efaea403" providerId="ADAL" clId="{484BFB59-C261-4773-839D-5788C54DAE7E}" dt="2025-11-28T20:35:24.658" v="370" actId="14100"/>
        <pc:sldMkLst>
          <pc:docMk/>
          <pc:sldMk cId="3939658410" sldId="458"/>
        </pc:sldMkLst>
        <pc:spChg chg="add del mod">
          <ac:chgData name="Smith, Sharon" userId="f479e268-f6ca-4e47-8943-5bc3efaea403" providerId="ADAL" clId="{484BFB59-C261-4773-839D-5788C54DAE7E}" dt="2025-11-28T20:31:51.493" v="357"/>
          <ac:spMkLst>
            <pc:docMk/>
            <pc:sldMk cId="3939658410" sldId="458"/>
            <ac:spMk id="5" creationId="{4E1A8222-E029-6F56-D71E-374D8AD4A38A}"/>
          </ac:spMkLst>
        </pc:spChg>
        <pc:spChg chg="add">
          <ac:chgData name="Smith, Sharon" userId="f479e268-f6ca-4e47-8943-5bc3efaea403" providerId="ADAL" clId="{484BFB59-C261-4773-839D-5788C54DAE7E}" dt="2025-11-28T20:31:03.928" v="345"/>
          <ac:spMkLst>
            <pc:docMk/>
            <pc:sldMk cId="3939658410" sldId="458"/>
            <ac:spMk id="6" creationId="{611A7FA1-7534-65CA-0944-D94134B31415}"/>
          </ac:spMkLst>
        </pc:spChg>
        <pc:spChg chg="add del mod">
          <ac:chgData name="Smith, Sharon" userId="f479e268-f6ca-4e47-8943-5bc3efaea403" providerId="ADAL" clId="{484BFB59-C261-4773-839D-5788C54DAE7E}" dt="2025-11-28T20:33:38.919" v="362" actId="478"/>
          <ac:spMkLst>
            <pc:docMk/>
            <pc:sldMk cId="3939658410" sldId="458"/>
            <ac:spMk id="8" creationId="{C859BFDC-D5C7-0A6E-6D8D-92B0B910C9B8}"/>
          </ac:spMkLst>
        </pc:spChg>
        <pc:spChg chg="mod">
          <ac:chgData name="Smith, Sharon" userId="f479e268-f6ca-4e47-8943-5bc3efaea403" providerId="ADAL" clId="{484BFB59-C261-4773-839D-5788C54DAE7E}" dt="2025-11-28T20:35:24.658" v="370" actId="14100"/>
          <ac:spMkLst>
            <pc:docMk/>
            <pc:sldMk cId="3939658410" sldId="458"/>
            <ac:spMk id="17" creationId="{7C6D41CC-D276-0B34-E210-23FD8511CFC9}"/>
          </ac:spMkLst>
        </pc:spChg>
        <pc:spChg chg="mod">
          <ac:chgData name="Smith, Sharon" userId="f479e268-f6ca-4e47-8943-5bc3efaea403" providerId="ADAL" clId="{484BFB59-C261-4773-839D-5788C54DAE7E}" dt="2025-11-28T20:35:12.191" v="369" actId="1076"/>
          <ac:spMkLst>
            <pc:docMk/>
            <pc:sldMk cId="3939658410" sldId="458"/>
            <ac:spMk id="19" creationId="{B9AFDA50-FCAF-B88C-3EB7-C5B578ADE482}"/>
          </ac:spMkLst>
        </pc:spChg>
        <pc:picChg chg="mod">
          <ac:chgData name="Smith, Sharon" userId="f479e268-f6ca-4e47-8943-5bc3efaea403" providerId="ADAL" clId="{484BFB59-C261-4773-839D-5788C54DAE7E}" dt="2025-11-28T20:34:56.171" v="366" actId="1076"/>
          <ac:picMkLst>
            <pc:docMk/>
            <pc:sldMk cId="3939658410" sldId="458"/>
            <ac:picMk id="9" creationId="{C0203F23-8E66-ED15-6FAB-021DEB6E3A62}"/>
          </ac:picMkLst>
        </pc:picChg>
      </pc:sldChg>
    </pc:docChg>
  </pc:docChgLst>
  <pc:docChgLst>
    <pc:chgData name="Smith, Sharon" userId="S::smiths25@etsu.edu::f479e268-f6ca-4e47-8943-5bc3efaea403" providerId="AD" clId="Web-{15A6FB81-69BA-09CA-4CC2-396DC37DD16B}"/>
    <pc:docChg chg="modSld">
      <pc:chgData name="Smith, Sharon" userId="S::smiths25@etsu.edu::f479e268-f6ca-4e47-8943-5bc3efaea403" providerId="AD" clId="Web-{15A6FB81-69BA-09CA-4CC2-396DC37DD16B}" dt="2025-11-28T19:16:21.748" v="20"/>
      <pc:docMkLst>
        <pc:docMk/>
      </pc:docMkLst>
      <pc:sldChg chg="modSp">
        <pc:chgData name="Smith, Sharon" userId="S::smiths25@etsu.edu::f479e268-f6ca-4e47-8943-5bc3efaea403" providerId="AD" clId="Web-{15A6FB81-69BA-09CA-4CC2-396DC37DD16B}" dt="2025-11-28T19:05:11.157" v="4" actId="1076"/>
        <pc:sldMkLst>
          <pc:docMk/>
          <pc:sldMk cId="199053634" sldId="450"/>
        </pc:sldMkLst>
        <pc:spChg chg="mod">
          <ac:chgData name="Smith, Sharon" userId="S::smiths25@etsu.edu::f479e268-f6ca-4e47-8943-5bc3efaea403" providerId="AD" clId="Web-{15A6FB81-69BA-09CA-4CC2-396DC37DD16B}" dt="2025-11-28T19:04:53.500" v="1" actId="20577"/>
          <ac:spMkLst>
            <pc:docMk/>
            <pc:sldMk cId="199053634" sldId="450"/>
            <ac:spMk id="6" creationId="{BC903C79-4F1E-A4F9-C355-DBA23CC185FD}"/>
          </ac:spMkLst>
        </pc:spChg>
        <pc:spChg chg="mod">
          <ac:chgData name="Smith, Sharon" userId="S::smiths25@etsu.edu::f479e268-f6ca-4e47-8943-5bc3efaea403" providerId="AD" clId="Web-{15A6FB81-69BA-09CA-4CC2-396DC37DD16B}" dt="2025-11-28T19:05:11.157" v="4" actId="1076"/>
          <ac:spMkLst>
            <pc:docMk/>
            <pc:sldMk cId="199053634" sldId="450"/>
            <ac:spMk id="12" creationId="{289F933E-3FAF-F6DF-2AC9-2C43850F20C5}"/>
          </ac:spMkLst>
        </pc:spChg>
      </pc:sldChg>
      <pc:sldChg chg="addSp delSp modSp">
        <pc:chgData name="Smith, Sharon" userId="S::smiths25@etsu.edu::f479e268-f6ca-4e47-8943-5bc3efaea403" providerId="AD" clId="Web-{15A6FB81-69BA-09CA-4CC2-396DC37DD16B}" dt="2025-11-28T19:16:21.748" v="20"/>
        <pc:sldMkLst>
          <pc:docMk/>
          <pc:sldMk cId="1915048149" sldId="455"/>
        </pc:sldMkLst>
        <pc:spChg chg="ord">
          <ac:chgData name="Smith, Sharon" userId="S::smiths25@etsu.edu::f479e268-f6ca-4e47-8943-5bc3efaea403" providerId="AD" clId="Web-{15A6FB81-69BA-09CA-4CC2-396DC37DD16B}" dt="2025-11-28T19:16:14.029" v="19"/>
          <ac:spMkLst>
            <pc:docMk/>
            <pc:sldMk cId="1915048149" sldId="455"/>
            <ac:spMk id="2" creationId="{D0F35B52-C1C4-8ED4-753E-4DEC21F5396D}"/>
          </ac:spMkLst>
        </pc:spChg>
        <pc:spChg chg="del">
          <ac:chgData name="Smith, Sharon" userId="S::smiths25@etsu.edu::f479e268-f6ca-4e47-8943-5bc3efaea403" providerId="AD" clId="Web-{15A6FB81-69BA-09CA-4CC2-396DC37DD16B}" dt="2025-11-28T19:13:30.585" v="5"/>
          <ac:spMkLst>
            <pc:docMk/>
            <pc:sldMk cId="1915048149" sldId="455"/>
            <ac:spMk id="5" creationId="{BE74BE7F-FCC6-BF8F-F1BD-1299DD9E3648}"/>
          </ac:spMkLst>
        </pc:spChg>
        <pc:picChg chg="add mod ord">
          <ac:chgData name="Smith, Sharon" userId="S::smiths25@etsu.edu::f479e268-f6ca-4e47-8943-5bc3efaea403" providerId="AD" clId="Web-{15A6FB81-69BA-09CA-4CC2-396DC37DD16B}" dt="2025-11-28T19:16:21.748" v="20"/>
          <ac:picMkLst>
            <pc:docMk/>
            <pc:sldMk cId="1915048149" sldId="455"/>
            <ac:picMk id="6" creationId="{99047A73-9E49-EC2B-013F-5FB04C9029CC}"/>
          </ac:picMkLst>
        </pc:picChg>
        <pc:picChg chg="add del mod">
          <ac:chgData name="Smith, Sharon" userId="S::smiths25@etsu.edu::f479e268-f6ca-4e47-8943-5bc3efaea403" providerId="AD" clId="Web-{15A6FB81-69BA-09CA-4CC2-396DC37DD16B}" dt="2025-11-28T19:15:31.590" v="14"/>
          <ac:picMkLst>
            <pc:docMk/>
            <pc:sldMk cId="1915048149" sldId="455"/>
            <ac:picMk id="7" creationId="{F4F04EA2-2F08-6123-C16B-36FCA72A5BFF}"/>
          </ac:picMkLst>
        </pc:picChg>
      </pc:sldChg>
    </pc:docChg>
  </pc:docChgLst>
  <pc:docChgLst>
    <pc:chgData name="Smith, Sharon" userId="S::smiths25@etsu.edu::f479e268-f6ca-4e47-8943-5bc3efaea403" providerId="AD" clId="Web-{7FC8F110-8847-22BB-75D8-1DF355069B17}"/>
    <pc:docChg chg="modSld">
      <pc:chgData name="Smith, Sharon" userId="S::smiths25@etsu.edu::f479e268-f6ca-4e47-8943-5bc3efaea403" providerId="AD" clId="Web-{7FC8F110-8847-22BB-75D8-1DF355069B17}" dt="2025-11-28T18:29:51.465" v="2" actId="1076"/>
      <pc:docMkLst>
        <pc:docMk/>
      </pc:docMkLst>
      <pc:sldChg chg="modSp">
        <pc:chgData name="Smith, Sharon" userId="S::smiths25@etsu.edu::f479e268-f6ca-4e47-8943-5bc3efaea403" providerId="AD" clId="Web-{7FC8F110-8847-22BB-75D8-1DF355069B17}" dt="2025-11-28T18:29:51.465" v="2" actId="1076"/>
        <pc:sldMkLst>
          <pc:docMk/>
          <pc:sldMk cId="2978061032" sldId="451"/>
        </pc:sldMkLst>
        <pc:spChg chg="mod">
          <ac:chgData name="Smith, Sharon" userId="S::smiths25@etsu.edu::f479e268-f6ca-4e47-8943-5bc3efaea403" providerId="AD" clId="Web-{7FC8F110-8847-22BB-75D8-1DF355069B17}" dt="2025-11-28T18:29:44.136" v="1" actId="1076"/>
          <ac:spMkLst>
            <pc:docMk/>
            <pc:sldMk cId="2978061032" sldId="451"/>
            <ac:spMk id="31" creationId="{91DB1CAB-DCC4-DD3C-53FC-093761900161}"/>
          </ac:spMkLst>
        </pc:spChg>
        <pc:spChg chg="mod">
          <ac:chgData name="Smith, Sharon" userId="S::smiths25@etsu.edu::f479e268-f6ca-4e47-8943-5bc3efaea403" providerId="AD" clId="Web-{7FC8F110-8847-22BB-75D8-1DF355069B17}" dt="2025-11-28T18:29:51.465" v="2" actId="1076"/>
          <ac:spMkLst>
            <pc:docMk/>
            <pc:sldMk cId="2978061032" sldId="451"/>
            <ac:spMk id="36" creationId="{AA72EB17-35A9-7F6D-96F2-CF107D4AD501}"/>
          </ac:spMkLst>
        </pc:sp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18/5/colors/Iconchunking_neutralbg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a:alpha val="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9F4201-01A4-422D-9BD9-2FD41749D282}" type="doc">
      <dgm:prSet loTypeId="urn:microsoft.com/office/officeart/2018/2/layout/IconVerticalSolidList" loCatId="icon" qsTypeId="urn:microsoft.com/office/officeart/2005/8/quickstyle/simple1" qsCatId="simple" csTypeId="urn:microsoft.com/office/officeart/2018/5/colors/Iconchunking_neutralbg_accent0_3" csCatId="mainScheme" phldr="1"/>
      <dgm:spPr/>
      <dgm:t>
        <a:bodyPr/>
        <a:lstStyle/>
        <a:p>
          <a:endParaRPr lang="en-US"/>
        </a:p>
      </dgm:t>
    </dgm:pt>
    <dgm:pt modelId="{3E306504-D2CC-4412-A155-5B8CECF75270}">
      <dgm:prSet>
        <dgm:style>
          <a:lnRef idx="2">
            <a:schemeClr val="accent2"/>
          </a:lnRef>
          <a:fillRef idx="1">
            <a:schemeClr val="lt1"/>
          </a:fillRef>
          <a:effectRef idx="0">
            <a:schemeClr val="accent2"/>
          </a:effectRef>
          <a:fontRef idx="minor">
            <a:schemeClr val="dk1"/>
          </a:fontRef>
        </dgm:style>
      </dgm:prSet>
      <dgm:spPr/>
      <dgm:t>
        <a:bodyPr/>
        <a:lstStyle/>
        <a:p>
          <a:r>
            <a:rPr lang="en-US" dirty="0">
              <a:latin typeface="Arial "/>
            </a:rPr>
            <a:t>Social media platforms host millions of posts daily, but engagement levels vary widely across content (CNBC, 2023)</a:t>
          </a:r>
        </a:p>
      </dgm:t>
    </dgm:pt>
    <dgm:pt modelId="{8BFFA7D0-CF63-4C29-A58C-47BC3FDF80AA}" type="parTrans" cxnId="{AF585664-08D1-489A-8CCF-A1E511972B22}">
      <dgm:prSet/>
      <dgm:spPr/>
      <dgm:t>
        <a:bodyPr/>
        <a:lstStyle/>
        <a:p>
          <a:endParaRPr lang="en-US"/>
        </a:p>
      </dgm:t>
    </dgm:pt>
    <dgm:pt modelId="{A0318141-5553-4B37-A6CA-3693AD7A03F1}" type="sibTrans" cxnId="{AF585664-08D1-489A-8CCF-A1E511972B22}">
      <dgm:prSet/>
      <dgm:spPr/>
      <dgm:t>
        <a:bodyPr/>
        <a:lstStyle/>
        <a:p>
          <a:endParaRPr lang="en-US"/>
        </a:p>
      </dgm:t>
    </dgm:pt>
    <dgm:pt modelId="{9A1A8BD2-D62E-488E-A65E-5B0DB3752A9D}">
      <dgm:prSet>
        <dgm:style>
          <a:lnRef idx="2">
            <a:schemeClr val="accent2"/>
          </a:lnRef>
          <a:fillRef idx="1">
            <a:schemeClr val="lt1"/>
          </a:fillRef>
          <a:effectRef idx="0">
            <a:schemeClr val="accent2"/>
          </a:effectRef>
          <a:fontRef idx="minor">
            <a:schemeClr val="dk1"/>
          </a:fontRef>
        </dgm:style>
      </dgm:prSet>
      <dgm:spPr/>
      <dgm:t>
        <a:bodyPr/>
        <a:lstStyle/>
        <a:p>
          <a:r>
            <a:rPr lang="en-US" b="1" dirty="0">
              <a:solidFill>
                <a:srgbClr val="002248"/>
              </a:solidFill>
              <a:latin typeface="Arial "/>
              <a:cs typeface="Arial" panose="020B0604020202020204" pitchFamily="34" charset="0"/>
            </a:rPr>
            <a:t>Problem Statement</a:t>
          </a:r>
          <a:r>
            <a:rPr lang="en-US" b="1" dirty="0">
              <a:latin typeface="Arial "/>
              <a:cs typeface="Arial" panose="020B0604020202020204" pitchFamily="34" charset="0"/>
            </a:rPr>
            <a:t>:</a:t>
          </a:r>
          <a:r>
            <a:rPr lang="en-US" dirty="0">
              <a:latin typeface="Arial "/>
              <a:cs typeface="Arial" panose="020B0604020202020204" pitchFamily="34" charset="0"/>
            </a:rPr>
            <a:t> Creators and brands lack consistent, data driven guidance on which post features, </a:t>
          </a:r>
          <a:r>
            <a:rPr lang="en-US" i="0" dirty="0">
              <a:latin typeface="Arial "/>
              <a:cs typeface="Arial" panose="020B0604020202020204" pitchFamily="34" charset="0"/>
            </a:rPr>
            <a:t>such as </a:t>
          </a:r>
          <a:r>
            <a:rPr lang="en-US" b="0" i="0" dirty="0">
              <a:latin typeface="Arial "/>
            </a:rPr>
            <a:t>content type, hashtags, platform and region, reliably increase engagement across social media platforms, even though  research shows that these factors strongly influence user engagement.</a:t>
          </a:r>
          <a:r>
            <a:rPr lang="en-US" b="1" i="0" dirty="0">
              <a:latin typeface="Arial "/>
            </a:rPr>
            <a:t> </a:t>
          </a:r>
          <a:r>
            <a:rPr lang="en-US" i="0" dirty="0">
              <a:latin typeface="Arial "/>
            </a:rPr>
            <a:t>(Islam et al., 2020: Wang &amp; Sun 2022)</a:t>
          </a:r>
          <a:endParaRPr lang="en-US" i="0" dirty="0">
            <a:latin typeface="Arial "/>
            <a:cs typeface="Arial" panose="020B0604020202020204" pitchFamily="34" charset="0"/>
          </a:endParaRPr>
        </a:p>
      </dgm:t>
    </dgm:pt>
    <dgm:pt modelId="{F5F73CA2-0B40-4123-ABE7-7CAAAD17602D}" type="parTrans" cxnId="{39510313-60DC-4AC1-A993-6C1017094696}">
      <dgm:prSet/>
      <dgm:spPr/>
      <dgm:t>
        <a:bodyPr/>
        <a:lstStyle/>
        <a:p>
          <a:endParaRPr lang="en-US"/>
        </a:p>
      </dgm:t>
    </dgm:pt>
    <dgm:pt modelId="{0AC68743-DA17-4F35-B1FB-58F04E1F68D3}" type="sibTrans" cxnId="{39510313-60DC-4AC1-A993-6C1017094696}">
      <dgm:prSet/>
      <dgm:spPr/>
      <dgm:t>
        <a:bodyPr/>
        <a:lstStyle/>
        <a:p>
          <a:endParaRPr lang="en-US"/>
        </a:p>
      </dgm:t>
    </dgm:pt>
    <dgm:pt modelId="{49189EEB-FCB7-4F11-8A1C-8CAF8F3B2EA3}">
      <dgm:prSet>
        <dgm:style>
          <a:lnRef idx="2">
            <a:schemeClr val="accent2"/>
          </a:lnRef>
          <a:fillRef idx="1">
            <a:schemeClr val="lt1"/>
          </a:fillRef>
          <a:effectRef idx="0">
            <a:schemeClr val="accent2"/>
          </a:effectRef>
          <a:fontRef idx="minor">
            <a:schemeClr val="dk1"/>
          </a:fontRef>
        </dgm:style>
      </dgm:prSet>
      <dgm:spPr/>
      <dgm:t>
        <a:bodyPr/>
        <a:lstStyle/>
        <a:p>
          <a:r>
            <a:rPr lang="en-US" b="1" dirty="0">
              <a:solidFill>
                <a:srgbClr val="002248"/>
              </a:solidFill>
              <a:latin typeface="Arial "/>
            </a:rPr>
            <a:t>Importance:</a:t>
          </a:r>
          <a:r>
            <a:rPr lang="en-US" dirty="0">
              <a:solidFill>
                <a:srgbClr val="002248"/>
              </a:solidFill>
              <a:latin typeface="Arial "/>
            </a:rPr>
            <a:t> </a:t>
          </a:r>
          <a:r>
            <a:rPr lang="en-US" dirty="0">
              <a:latin typeface="Arial "/>
            </a:rPr>
            <a:t>Understanding these engagement drivers can help creators, businesses, and marketers make better content strategy decisions, improve reach, and invest resources more effectively.</a:t>
          </a:r>
        </a:p>
      </dgm:t>
    </dgm:pt>
    <dgm:pt modelId="{723222E6-8E19-4BB9-A318-5988A77171DE}" type="parTrans" cxnId="{DF2EABB7-D7B4-4575-9D58-FB59247EE7B8}">
      <dgm:prSet/>
      <dgm:spPr/>
      <dgm:t>
        <a:bodyPr/>
        <a:lstStyle/>
        <a:p>
          <a:endParaRPr lang="en-US"/>
        </a:p>
      </dgm:t>
    </dgm:pt>
    <dgm:pt modelId="{6010C72F-B852-441B-8707-20DF7B559889}" type="sibTrans" cxnId="{DF2EABB7-D7B4-4575-9D58-FB59247EE7B8}">
      <dgm:prSet/>
      <dgm:spPr/>
      <dgm:t>
        <a:bodyPr/>
        <a:lstStyle/>
        <a:p>
          <a:endParaRPr lang="en-US"/>
        </a:p>
      </dgm:t>
    </dgm:pt>
    <dgm:pt modelId="{05207076-5249-4287-A66A-E5ACC8F95E09}">
      <dgm:prSet>
        <dgm:style>
          <a:lnRef idx="2">
            <a:schemeClr val="accent2"/>
          </a:lnRef>
          <a:fillRef idx="1">
            <a:schemeClr val="lt1"/>
          </a:fillRef>
          <a:effectRef idx="0">
            <a:schemeClr val="accent2"/>
          </a:effectRef>
          <a:fontRef idx="minor">
            <a:schemeClr val="dk1"/>
          </a:fontRef>
        </dgm:style>
      </dgm:prSet>
      <dgm:spPr/>
      <dgm:t>
        <a:bodyPr/>
        <a:lstStyle/>
        <a:p>
          <a:r>
            <a:rPr lang="en-US" dirty="0">
              <a:latin typeface="Arial "/>
            </a:rPr>
            <a:t>This project analyzes how </a:t>
          </a:r>
          <a:r>
            <a:rPr lang="en-US" b="1" dirty="0">
              <a:solidFill>
                <a:srgbClr val="002248"/>
              </a:solidFill>
              <a:latin typeface="Arial "/>
            </a:rPr>
            <a:t>content type, platform, hashtags, and region</a:t>
          </a:r>
          <a:r>
            <a:rPr lang="en-US" dirty="0">
              <a:solidFill>
                <a:srgbClr val="002248"/>
              </a:solidFill>
              <a:latin typeface="Arial "/>
            </a:rPr>
            <a:t> </a:t>
          </a:r>
          <a:r>
            <a:rPr lang="en-US" dirty="0">
              <a:latin typeface="Arial "/>
            </a:rPr>
            <a:t>relate to engagement in viral posts</a:t>
          </a:r>
          <a:r>
            <a:rPr lang="en-US" dirty="0"/>
            <a:t>.</a:t>
          </a:r>
        </a:p>
      </dgm:t>
    </dgm:pt>
    <dgm:pt modelId="{AF3FB4C4-788A-4C19-A706-93EEF812731D}" type="parTrans" cxnId="{9AC1AAFD-1D88-4928-9A9A-6E4ED3EF45A4}">
      <dgm:prSet/>
      <dgm:spPr/>
      <dgm:t>
        <a:bodyPr/>
        <a:lstStyle/>
        <a:p>
          <a:endParaRPr lang="en-US"/>
        </a:p>
      </dgm:t>
    </dgm:pt>
    <dgm:pt modelId="{CB334694-2F3B-4D19-B27E-ED6456CC761B}" type="sibTrans" cxnId="{9AC1AAFD-1D88-4928-9A9A-6E4ED3EF45A4}">
      <dgm:prSet/>
      <dgm:spPr/>
      <dgm:t>
        <a:bodyPr/>
        <a:lstStyle/>
        <a:p>
          <a:endParaRPr lang="en-US"/>
        </a:p>
      </dgm:t>
    </dgm:pt>
    <dgm:pt modelId="{D7CD4F28-0249-4DE4-AD3C-388FC3B15EE3}">
      <dgm:prSet>
        <dgm:style>
          <a:lnRef idx="2">
            <a:schemeClr val="accent2"/>
          </a:lnRef>
          <a:fillRef idx="1">
            <a:schemeClr val="lt1"/>
          </a:fillRef>
          <a:effectRef idx="0">
            <a:schemeClr val="accent2"/>
          </a:effectRef>
          <a:fontRef idx="minor">
            <a:schemeClr val="dk1"/>
          </a:fontRef>
        </dgm:style>
      </dgm:prSet>
      <dgm:spPr/>
      <dgm:t>
        <a:bodyPr/>
        <a:lstStyle/>
        <a:p>
          <a:r>
            <a:rPr lang="en-US" b="1" dirty="0">
              <a:solidFill>
                <a:srgbClr val="002248"/>
              </a:solidFill>
              <a:latin typeface="Arial "/>
            </a:rPr>
            <a:t>Goal:</a:t>
          </a:r>
          <a:r>
            <a:rPr lang="en-US" dirty="0">
              <a:solidFill>
                <a:srgbClr val="002248"/>
              </a:solidFill>
              <a:latin typeface="Arial "/>
            </a:rPr>
            <a:t> </a:t>
          </a:r>
          <a:r>
            <a:rPr lang="en-US" dirty="0">
              <a:latin typeface="Arial "/>
            </a:rPr>
            <a:t>Identify consistent patterns that explain what makes certain posts perform better than others across major platforms.</a:t>
          </a:r>
        </a:p>
      </dgm:t>
    </dgm:pt>
    <dgm:pt modelId="{56B856E0-BCB6-4196-B6A2-F1CE78AEB8EB}" type="parTrans" cxnId="{DCDD1255-4415-4C8D-B630-870BDE340860}">
      <dgm:prSet/>
      <dgm:spPr/>
      <dgm:t>
        <a:bodyPr/>
        <a:lstStyle/>
        <a:p>
          <a:endParaRPr lang="en-US"/>
        </a:p>
      </dgm:t>
    </dgm:pt>
    <dgm:pt modelId="{D6739F22-223E-4A64-9A03-DFD74F10A4B3}" type="sibTrans" cxnId="{DCDD1255-4415-4C8D-B630-870BDE340860}">
      <dgm:prSet/>
      <dgm:spPr/>
      <dgm:t>
        <a:bodyPr/>
        <a:lstStyle/>
        <a:p>
          <a:endParaRPr lang="en-US"/>
        </a:p>
      </dgm:t>
    </dgm:pt>
    <dgm:pt modelId="{82908455-D9DF-45B2-AED4-CDCED51A60F9}" type="pres">
      <dgm:prSet presAssocID="{019F4201-01A4-422D-9BD9-2FD41749D282}" presName="root" presStyleCnt="0">
        <dgm:presLayoutVars>
          <dgm:dir/>
          <dgm:resizeHandles val="exact"/>
        </dgm:presLayoutVars>
      </dgm:prSet>
      <dgm:spPr/>
    </dgm:pt>
    <dgm:pt modelId="{2CEFC76C-33BC-405F-8989-F0E868AFD647}" type="pres">
      <dgm:prSet presAssocID="{3E306504-D2CC-4412-A155-5B8CECF75270}" presName="compNode" presStyleCnt="0"/>
      <dgm:spPr/>
    </dgm:pt>
    <dgm:pt modelId="{C9864BE1-7D1E-488A-B832-0C26566259C0}" type="pres">
      <dgm:prSet presAssocID="{3E306504-D2CC-4412-A155-5B8CECF75270}" presName="bgRect" presStyleLbl="bgShp" presStyleIdx="0" presStyleCnt="5">
        <dgm:style>
          <a:lnRef idx="2">
            <a:schemeClr val="accent2"/>
          </a:lnRef>
          <a:fillRef idx="1">
            <a:schemeClr val="lt1"/>
          </a:fillRef>
          <a:effectRef idx="0">
            <a:schemeClr val="accent2"/>
          </a:effectRef>
          <a:fontRef idx="minor">
            <a:schemeClr val="dk1"/>
          </a:fontRef>
        </dgm:style>
      </dgm:prSet>
      <dgm:spPr/>
    </dgm:pt>
    <dgm:pt modelId="{3DE0D6BB-EAB1-4DB1-92EB-A7405BEB1BF3}" type="pres">
      <dgm:prSet presAssocID="{3E306504-D2CC-4412-A155-5B8CECF75270}"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rketing"/>
        </a:ext>
      </dgm:extLst>
    </dgm:pt>
    <dgm:pt modelId="{65B49319-D82F-4333-B916-509682F1378A}" type="pres">
      <dgm:prSet presAssocID="{3E306504-D2CC-4412-A155-5B8CECF75270}" presName="spaceRect" presStyleCnt="0"/>
      <dgm:spPr/>
    </dgm:pt>
    <dgm:pt modelId="{7DDEC358-E748-4F51-9818-B4ABF420BFA0}" type="pres">
      <dgm:prSet presAssocID="{3E306504-D2CC-4412-A155-5B8CECF75270}" presName="parTx" presStyleLbl="revTx" presStyleIdx="0" presStyleCnt="5">
        <dgm:presLayoutVars>
          <dgm:chMax val="0"/>
          <dgm:chPref val="0"/>
        </dgm:presLayoutVars>
      </dgm:prSet>
      <dgm:spPr/>
    </dgm:pt>
    <dgm:pt modelId="{00F6165B-579A-4EE1-8EFF-666CEA2ECFDE}" type="pres">
      <dgm:prSet presAssocID="{A0318141-5553-4B37-A6CA-3693AD7A03F1}" presName="sibTrans" presStyleCnt="0"/>
      <dgm:spPr/>
    </dgm:pt>
    <dgm:pt modelId="{5C45BB84-BD4D-4C6D-A9F4-6E75C10771C1}" type="pres">
      <dgm:prSet presAssocID="{9A1A8BD2-D62E-488E-A65E-5B0DB3752A9D}" presName="compNode" presStyleCnt="0"/>
      <dgm:spPr/>
    </dgm:pt>
    <dgm:pt modelId="{709218DC-CE83-4D34-B4B7-CF6BF283A7B6}" type="pres">
      <dgm:prSet presAssocID="{9A1A8BD2-D62E-488E-A65E-5B0DB3752A9D}" presName="bgRect" presStyleLbl="bgShp" presStyleIdx="1" presStyleCnt="5" custScaleY="142241">
        <dgm:style>
          <a:lnRef idx="2">
            <a:schemeClr val="accent2"/>
          </a:lnRef>
          <a:fillRef idx="1">
            <a:schemeClr val="lt1"/>
          </a:fillRef>
          <a:effectRef idx="0">
            <a:schemeClr val="accent2"/>
          </a:effectRef>
          <a:fontRef idx="minor">
            <a:schemeClr val="dk1"/>
          </a:fontRef>
        </dgm:style>
      </dgm:prSet>
      <dgm:spPr/>
    </dgm:pt>
    <dgm:pt modelId="{F3B6E1EA-7DFE-49BB-B209-9B284901E971}" type="pres">
      <dgm:prSet presAssocID="{9A1A8BD2-D62E-488E-A65E-5B0DB3752A9D}"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Newspaper"/>
        </a:ext>
      </dgm:extLst>
    </dgm:pt>
    <dgm:pt modelId="{34D532AF-2989-41F9-BD9C-6AD2CFA8B6E9}" type="pres">
      <dgm:prSet presAssocID="{9A1A8BD2-D62E-488E-A65E-5B0DB3752A9D}" presName="spaceRect" presStyleCnt="0"/>
      <dgm:spPr/>
    </dgm:pt>
    <dgm:pt modelId="{386DC91F-507A-488D-BE92-151BC012D005}" type="pres">
      <dgm:prSet presAssocID="{9A1A8BD2-D62E-488E-A65E-5B0DB3752A9D}" presName="parTx" presStyleLbl="revTx" presStyleIdx="1" presStyleCnt="5" custScaleY="139101">
        <dgm:presLayoutVars>
          <dgm:chMax val="0"/>
          <dgm:chPref val="0"/>
        </dgm:presLayoutVars>
      </dgm:prSet>
      <dgm:spPr/>
    </dgm:pt>
    <dgm:pt modelId="{4664D682-4F3A-4A74-8691-F0EA63EB4F4F}" type="pres">
      <dgm:prSet presAssocID="{0AC68743-DA17-4F35-B1FB-58F04E1F68D3}" presName="sibTrans" presStyleCnt="0"/>
      <dgm:spPr/>
    </dgm:pt>
    <dgm:pt modelId="{6E3D6D87-7F15-4B71-A41B-4988BEDD11BF}" type="pres">
      <dgm:prSet presAssocID="{49189EEB-FCB7-4F11-8A1C-8CAF8F3B2EA3}" presName="compNode" presStyleCnt="0"/>
      <dgm:spPr/>
    </dgm:pt>
    <dgm:pt modelId="{6297172D-1DDB-4AFC-B4C3-1D26FC99E1F8}" type="pres">
      <dgm:prSet presAssocID="{49189EEB-FCB7-4F11-8A1C-8CAF8F3B2EA3}" presName="bgRect" presStyleLbl="bgShp" presStyleIdx="2" presStyleCnt="5">
        <dgm:style>
          <a:lnRef idx="2">
            <a:schemeClr val="accent2"/>
          </a:lnRef>
          <a:fillRef idx="1">
            <a:schemeClr val="lt1"/>
          </a:fillRef>
          <a:effectRef idx="0">
            <a:schemeClr val="accent2"/>
          </a:effectRef>
          <a:fontRef idx="minor">
            <a:schemeClr val="dk1"/>
          </a:fontRef>
        </dgm:style>
      </dgm:prSet>
      <dgm:spPr/>
    </dgm:pt>
    <dgm:pt modelId="{057E2BD9-91C5-41FE-8121-2F369CBE5366}" type="pres">
      <dgm:prSet presAssocID="{49189EEB-FCB7-4F11-8A1C-8CAF8F3B2EA3}"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E74AA1C8-C291-4B21-B511-F367C55B70FA}" type="pres">
      <dgm:prSet presAssocID="{49189EEB-FCB7-4F11-8A1C-8CAF8F3B2EA3}" presName="spaceRect" presStyleCnt="0"/>
      <dgm:spPr/>
    </dgm:pt>
    <dgm:pt modelId="{90CFF8C7-AE3B-49ED-83F9-9B45D98BB282}" type="pres">
      <dgm:prSet presAssocID="{49189EEB-FCB7-4F11-8A1C-8CAF8F3B2EA3}" presName="parTx" presStyleLbl="revTx" presStyleIdx="2" presStyleCnt="5">
        <dgm:presLayoutVars>
          <dgm:chMax val="0"/>
          <dgm:chPref val="0"/>
        </dgm:presLayoutVars>
      </dgm:prSet>
      <dgm:spPr/>
    </dgm:pt>
    <dgm:pt modelId="{00A3FA23-5BFE-436F-8CE6-5D9967CFF152}" type="pres">
      <dgm:prSet presAssocID="{6010C72F-B852-441B-8707-20DF7B559889}" presName="sibTrans" presStyleCnt="0"/>
      <dgm:spPr/>
    </dgm:pt>
    <dgm:pt modelId="{F1F4D935-F066-4670-87B2-A575179F0301}" type="pres">
      <dgm:prSet presAssocID="{05207076-5249-4287-A66A-E5ACC8F95E09}" presName="compNode" presStyleCnt="0"/>
      <dgm:spPr/>
    </dgm:pt>
    <dgm:pt modelId="{20AF1CA6-ECF4-4799-B20C-6D8264BDF75D}" type="pres">
      <dgm:prSet presAssocID="{05207076-5249-4287-A66A-E5ACC8F95E09}" presName="bgRect" presStyleLbl="bgShp" presStyleIdx="3" presStyleCnt="5">
        <dgm:style>
          <a:lnRef idx="2">
            <a:schemeClr val="accent2"/>
          </a:lnRef>
          <a:fillRef idx="1">
            <a:schemeClr val="lt1"/>
          </a:fillRef>
          <a:effectRef idx="0">
            <a:schemeClr val="accent2"/>
          </a:effectRef>
          <a:fontRef idx="minor">
            <a:schemeClr val="dk1"/>
          </a:fontRef>
        </dgm:style>
      </dgm:prSet>
      <dgm:spPr/>
    </dgm:pt>
    <dgm:pt modelId="{D13647F4-4F49-4C7E-9884-D8B32F3FDB77}" type="pres">
      <dgm:prSet presAssocID="{05207076-5249-4287-A66A-E5ACC8F95E09}"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Influencer"/>
        </a:ext>
      </dgm:extLst>
    </dgm:pt>
    <dgm:pt modelId="{26960455-205D-4983-A9A0-0CE6B88981B7}" type="pres">
      <dgm:prSet presAssocID="{05207076-5249-4287-A66A-E5ACC8F95E09}" presName="spaceRect" presStyleCnt="0"/>
      <dgm:spPr/>
    </dgm:pt>
    <dgm:pt modelId="{35DEDA93-D23F-4964-AB60-1BC84FF5D6ED}" type="pres">
      <dgm:prSet presAssocID="{05207076-5249-4287-A66A-E5ACC8F95E09}" presName="parTx" presStyleLbl="revTx" presStyleIdx="3" presStyleCnt="5">
        <dgm:presLayoutVars>
          <dgm:chMax val="0"/>
          <dgm:chPref val="0"/>
        </dgm:presLayoutVars>
      </dgm:prSet>
      <dgm:spPr/>
    </dgm:pt>
    <dgm:pt modelId="{2F6ECF7D-0A7D-4AFF-9F03-D6BBE33887ED}" type="pres">
      <dgm:prSet presAssocID="{CB334694-2F3B-4D19-B27E-ED6456CC761B}" presName="sibTrans" presStyleCnt="0"/>
      <dgm:spPr/>
    </dgm:pt>
    <dgm:pt modelId="{3E5F28EA-6B0C-4866-A761-C4539E122987}" type="pres">
      <dgm:prSet presAssocID="{D7CD4F28-0249-4DE4-AD3C-388FC3B15EE3}" presName="compNode" presStyleCnt="0"/>
      <dgm:spPr/>
    </dgm:pt>
    <dgm:pt modelId="{EB167B54-B0AE-4B48-8F4D-25A50224FEF2}" type="pres">
      <dgm:prSet presAssocID="{D7CD4F28-0249-4DE4-AD3C-388FC3B15EE3}" presName="bgRect" presStyleLbl="bgShp" presStyleIdx="4" presStyleCnt="5">
        <dgm:style>
          <a:lnRef idx="2">
            <a:schemeClr val="accent2"/>
          </a:lnRef>
          <a:fillRef idx="1">
            <a:schemeClr val="lt1"/>
          </a:fillRef>
          <a:effectRef idx="0">
            <a:schemeClr val="accent2"/>
          </a:effectRef>
          <a:fontRef idx="minor">
            <a:schemeClr val="dk1"/>
          </a:fontRef>
        </dgm:style>
      </dgm:prSet>
      <dgm:spPr/>
    </dgm:pt>
    <dgm:pt modelId="{F21E7A66-6A41-4905-90A8-701C2836FD46}" type="pres">
      <dgm:prSet presAssocID="{D7CD4F28-0249-4DE4-AD3C-388FC3B15EE3}"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Target"/>
        </a:ext>
      </dgm:extLst>
    </dgm:pt>
    <dgm:pt modelId="{71F5F904-91F3-40BD-9158-42239CF27A55}" type="pres">
      <dgm:prSet presAssocID="{D7CD4F28-0249-4DE4-AD3C-388FC3B15EE3}" presName="spaceRect" presStyleCnt="0"/>
      <dgm:spPr/>
    </dgm:pt>
    <dgm:pt modelId="{5C24AA0A-1636-4DA8-9012-C12E94602102}" type="pres">
      <dgm:prSet presAssocID="{D7CD4F28-0249-4DE4-AD3C-388FC3B15EE3}" presName="parTx" presStyleLbl="revTx" presStyleIdx="4" presStyleCnt="5">
        <dgm:presLayoutVars>
          <dgm:chMax val="0"/>
          <dgm:chPref val="0"/>
        </dgm:presLayoutVars>
      </dgm:prSet>
      <dgm:spPr/>
    </dgm:pt>
  </dgm:ptLst>
  <dgm:cxnLst>
    <dgm:cxn modelId="{39510313-60DC-4AC1-A993-6C1017094696}" srcId="{019F4201-01A4-422D-9BD9-2FD41749D282}" destId="{9A1A8BD2-D62E-488E-A65E-5B0DB3752A9D}" srcOrd="1" destOrd="0" parTransId="{F5F73CA2-0B40-4123-ABE7-7CAAAD17602D}" sibTransId="{0AC68743-DA17-4F35-B1FB-58F04E1F68D3}"/>
    <dgm:cxn modelId="{DBCDE213-62E6-4559-8878-6DFADA97131C}" type="presOf" srcId="{49189EEB-FCB7-4F11-8A1C-8CAF8F3B2EA3}" destId="{90CFF8C7-AE3B-49ED-83F9-9B45D98BB282}" srcOrd="0" destOrd="0" presId="urn:microsoft.com/office/officeart/2018/2/layout/IconVerticalSolidList"/>
    <dgm:cxn modelId="{67303424-A531-49C4-98AD-D63E90556639}" type="presOf" srcId="{9A1A8BD2-D62E-488E-A65E-5B0DB3752A9D}" destId="{386DC91F-507A-488D-BE92-151BC012D005}" srcOrd="0" destOrd="0" presId="urn:microsoft.com/office/officeart/2018/2/layout/IconVerticalSolidList"/>
    <dgm:cxn modelId="{77C1322B-D4FF-41DE-B8B5-E140D01CE593}" type="presOf" srcId="{05207076-5249-4287-A66A-E5ACC8F95E09}" destId="{35DEDA93-D23F-4964-AB60-1BC84FF5D6ED}" srcOrd="0" destOrd="0" presId="urn:microsoft.com/office/officeart/2018/2/layout/IconVerticalSolidList"/>
    <dgm:cxn modelId="{AF585664-08D1-489A-8CCF-A1E511972B22}" srcId="{019F4201-01A4-422D-9BD9-2FD41749D282}" destId="{3E306504-D2CC-4412-A155-5B8CECF75270}" srcOrd="0" destOrd="0" parTransId="{8BFFA7D0-CF63-4C29-A58C-47BC3FDF80AA}" sibTransId="{A0318141-5553-4B37-A6CA-3693AD7A03F1}"/>
    <dgm:cxn modelId="{DCDD1255-4415-4C8D-B630-870BDE340860}" srcId="{019F4201-01A4-422D-9BD9-2FD41749D282}" destId="{D7CD4F28-0249-4DE4-AD3C-388FC3B15EE3}" srcOrd="4" destOrd="0" parTransId="{56B856E0-BCB6-4196-B6A2-F1CE78AEB8EB}" sibTransId="{D6739F22-223E-4A64-9A03-DFD74F10A4B3}"/>
    <dgm:cxn modelId="{5FD98DA5-80E7-4AD7-8D18-04701127FF75}" type="presOf" srcId="{019F4201-01A4-422D-9BD9-2FD41749D282}" destId="{82908455-D9DF-45B2-AED4-CDCED51A60F9}" srcOrd="0" destOrd="0" presId="urn:microsoft.com/office/officeart/2018/2/layout/IconVerticalSolidList"/>
    <dgm:cxn modelId="{DF2EABB7-D7B4-4575-9D58-FB59247EE7B8}" srcId="{019F4201-01A4-422D-9BD9-2FD41749D282}" destId="{49189EEB-FCB7-4F11-8A1C-8CAF8F3B2EA3}" srcOrd="2" destOrd="0" parTransId="{723222E6-8E19-4BB9-A318-5988A77171DE}" sibTransId="{6010C72F-B852-441B-8707-20DF7B559889}"/>
    <dgm:cxn modelId="{278979BB-C352-4F87-95C2-B7AE7697B719}" type="presOf" srcId="{D7CD4F28-0249-4DE4-AD3C-388FC3B15EE3}" destId="{5C24AA0A-1636-4DA8-9012-C12E94602102}" srcOrd="0" destOrd="0" presId="urn:microsoft.com/office/officeart/2018/2/layout/IconVerticalSolidList"/>
    <dgm:cxn modelId="{A3780DC7-4CDC-4AA7-BEAF-C8EC0F3A646D}" type="presOf" srcId="{3E306504-D2CC-4412-A155-5B8CECF75270}" destId="{7DDEC358-E748-4F51-9818-B4ABF420BFA0}" srcOrd="0" destOrd="0" presId="urn:microsoft.com/office/officeart/2018/2/layout/IconVerticalSolidList"/>
    <dgm:cxn modelId="{9AC1AAFD-1D88-4928-9A9A-6E4ED3EF45A4}" srcId="{019F4201-01A4-422D-9BD9-2FD41749D282}" destId="{05207076-5249-4287-A66A-E5ACC8F95E09}" srcOrd="3" destOrd="0" parTransId="{AF3FB4C4-788A-4C19-A706-93EEF812731D}" sibTransId="{CB334694-2F3B-4D19-B27E-ED6456CC761B}"/>
    <dgm:cxn modelId="{9235AE83-C273-4497-AFE7-A4EB73A95663}" type="presParOf" srcId="{82908455-D9DF-45B2-AED4-CDCED51A60F9}" destId="{2CEFC76C-33BC-405F-8989-F0E868AFD647}" srcOrd="0" destOrd="0" presId="urn:microsoft.com/office/officeart/2018/2/layout/IconVerticalSolidList"/>
    <dgm:cxn modelId="{5FD5DA85-F6AC-43D2-A455-0F82083FB717}" type="presParOf" srcId="{2CEFC76C-33BC-405F-8989-F0E868AFD647}" destId="{C9864BE1-7D1E-488A-B832-0C26566259C0}" srcOrd="0" destOrd="0" presId="urn:microsoft.com/office/officeart/2018/2/layout/IconVerticalSolidList"/>
    <dgm:cxn modelId="{B1278256-6603-4B83-8E23-82896C7CB9C9}" type="presParOf" srcId="{2CEFC76C-33BC-405F-8989-F0E868AFD647}" destId="{3DE0D6BB-EAB1-4DB1-92EB-A7405BEB1BF3}" srcOrd="1" destOrd="0" presId="urn:microsoft.com/office/officeart/2018/2/layout/IconVerticalSolidList"/>
    <dgm:cxn modelId="{D041D84D-17C6-431D-868D-BD63ADF4DCF5}" type="presParOf" srcId="{2CEFC76C-33BC-405F-8989-F0E868AFD647}" destId="{65B49319-D82F-4333-B916-509682F1378A}" srcOrd="2" destOrd="0" presId="urn:microsoft.com/office/officeart/2018/2/layout/IconVerticalSolidList"/>
    <dgm:cxn modelId="{6129018C-06B5-40C3-AA91-48532E2D1E1D}" type="presParOf" srcId="{2CEFC76C-33BC-405F-8989-F0E868AFD647}" destId="{7DDEC358-E748-4F51-9818-B4ABF420BFA0}" srcOrd="3" destOrd="0" presId="urn:microsoft.com/office/officeart/2018/2/layout/IconVerticalSolidList"/>
    <dgm:cxn modelId="{E7CCB836-A167-4E01-976D-8758FFC225DF}" type="presParOf" srcId="{82908455-D9DF-45B2-AED4-CDCED51A60F9}" destId="{00F6165B-579A-4EE1-8EFF-666CEA2ECFDE}" srcOrd="1" destOrd="0" presId="urn:microsoft.com/office/officeart/2018/2/layout/IconVerticalSolidList"/>
    <dgm:cxn modelId="{7F6019E3-F014-43C0-B19E-0AA3BEC1C2F4}" type="presParOf" srcId="{82908455-D9DF-45B2-AED4-CDCED51A60F9}" destId="{5C45BB84-BD4D-4C6D-A9F4-6E75C10771C1}" srcOrd="2" destOrd="0" presId="urn:microsoft.com/office/officeart/2018/2/layout/IconVerticalSolidList"/>
    <dgm:cxn modelId="{932D9610-E1AD-41F3-829C-1871B0B94579}" type="presParOf" srcId="{5C45BB84-BD4D-4C6D-A9F4-6E75C10771C1}" destId="{709218DC-CE83-4D34-B4B7-CF6BF283A7B6}" srcOrd="0" destOrd="0" presId="urn:microsoft.com/office/officeart/2018/2/layout/IconVerticalSolidList"/>
    <dgm:cxn modelId="{2E5E7818-1D08-456F-84A1-CED425C3C49B}" type="presParOf" srcId="{5C45BB84-BD4D-4C6D-A9F4-6E75C10771C1}" destId="{F3B6E1EA-7DFE-49BB-B209-9B284901E971}" srcOrd="1" destOrd="0" presId="urn:microsoft.com/office/officeart/2018/2/layout/IconVerticalSolidList"/>
    <dgm:cxn modelId="{1BF2D959-2E9F-4ECF-BAFF-6F9E00A1A33F}" type="presParOf" srcId="{5C45BB84-BD4D-4C6D-A9F4-6E75C10771C1}" destId="{34D532AF-2989-41F9-BD9C-6AD2CFA8B6E9}" srcOrd="2" destOrd="0" presId="urn:microsoft.com/office/officeart/2018/2/layout/IconVerticalSolidList"/>
    <dgm:cxn modelId="{CFA605F1-B599-45B2-BA34-D4701937B8A3}" type="presParOf" srcId="{5C45BB84-BD4D-4C6D-A9F4-6E75C10771C1}" destId="{386DC91F-507A-488D-BE92-151BC012D005}" srcOrd="3" destOrd="0" presId="urn:microsoft.com/office/officeart/2018/2/layout/IconVerticalSolidList"/>
    <dgm:cxn modelId="{15AA7E6C-2543-4E29-B2E9-87E76769FFC0}" type="presParOf" srcId="{82908455-D9DF-45B2-AED4-CDCED51A60F9}" destId="{4664D682-4F3A-4A74-8691-F0EA63EB4F4F}" srcOrd="3" destOrd="0" presId="urn:microsoft.com/office/officeart/2018/2/layout/IconVerticalSolidList"/>
    <dgm:cxn modelId="{38CB91D5-8465-43B0-A82E-61C1EA917C53}" type="presParOf" srcId="{82908455-D9DF-45B2-AED4-CDCED51A60F9}" destId="{6E3D6D87-7F15-4B71-A41B-4988BEDD11BF}" srcOrd="4" destOrd="0" presId="urn:microsoft.com/office/officeart/2018/2/layout/IconVerticalSolidList"/>
    <dgm:cxn modelId="{8D138F00-C683-493B-A165-AD1E6C73DB95}" type="presParOf" srcId="{6E3D6D87-7F15-4B71-A41B-4988BEDD11BF}" destId="{6297172D-1DDB-4AFC-B4C3-1D26FC99E1F8}" srcOrd="0" destOrd="0" presId="urn:microsoft.com/office/officeart/2018/2/layout/IconVerticalSolidList"/>
    <dgm:cxn modelId="{FEF0BC93-B94F-4110-BD03-EC1DBE0312B5}" type="presParOf" srcId="{6E3D6D87-7F15-4B71-A41B-4988BEDD11BF}" destId="{057E2BD9-91C5-41FE-8121-2F369CBE5366}" srcOrd="1" destOrd="0" presId="urn:microsoft.com/office/officeart/2018/2/layout/IconVerticalSolidList"/>
    <dgm:cxn modelId="{50CDBCB8-7B28-4EB0-8412-AFA1526EF710}" type="presParOf" srcId="{6E3D6D87-7F15-4B71-A41B-4988BEDD11BF}" destId="{E74AA1C8-C291-4B21-B511-F367C55B70FA}" srcOrd="2" destOrd="0" presId="urn:microsoft.com/office/officeart/2018/2/layout/IconVerticalSolidList"/>
    <dgm:cxn modelId="{C1DAE4D0-AC7E-4BE2-84B2-984DDAE39555}" type="presParOf" srcId="{6E3D6D87-7F15-4B71-A41B-4988BEDD11BF}" destId="{90CFF8C7-AE3B-49ED-83F9-9B45D98BB282}" srcOrd="3" destOrd="0" presId="urn:microsoft.com/office/officeart/2018/2/layout/IconVerticalSolidList"/>
    <dgm:cxn modelId="{DFC5D91B-9636-46B2-A2FC-BC7D334FFCF5}" type="presParOf" srcId="{82908455-D9DF-45B2-AED4-CDCED51A60F9}" destId="{00A3FA23-5BFE-436F-8CE6-5D9967CFF152}" srcOrd="5" destOrd="0" presId="urn:microsoft.com/office/officeart/2018/2/layout/IconVerticalSolidList"/>
    <dgm:cxn modelId="{69B2D019-04E4-4777-A746-650BD8444648}" type="presParOf" srcId="{82908455-D9DF-45B2-AED4-CDCED51A60F9}" destId="{F1F4D935-F066-4670-87B2-A575179F0301}" srcOrd="6" destOrd="0" presId="urn:microsoft.com/office/officeart/2018/2/layout/IconVerticalSolidList"/>
    <dgm:cxn modelId="{F0E00D23-E662-4E2A-8DC8-A2013E45815D}" type="presParOf" srcId="{F1F4D935-F066-4670-87B2-A575179F0301}" destId="{20AF1CA6-ECF4-4799-B20C-6D8264BDF75D}" srcOrd="0" destOrd="0" presId="urn:microsoft.com/office/officeart/2018/2/layout/IconVerticalSolidList"/>
    <dgm:cxn modelId="{0A66CEA9-8F29-4EBE-8FCC-D7E5D0FE35B9}" type="presParOf" srcId="{F1F4D935-F066-4670-87B2-A575179F0301}" destId="{D13647F4-4F49-4C7E-9884-D8B32F3FDB77}" srcOrd="1" destOrd="0" presId="urn:microsoft.com/office/officeart/2018/2/layout/IconVerticalSolidList"/>
    <dgm:cxn modelId="{3E44052E-2A9C-4A20-BD9A-D9F7CBBCDB31}" type="presParOf" srcId="{F1F4D935-F066-4670-87B2-A575179F0301}" destId="{26960455-205D-4983-A9A0-0CE6B88981B7}" srcOrd="2" destOrd="0" presId="urn:microsoft.com/office/officeart/2018/2/layout/IconVerticalSolidList"/>
    <dgm:cxn modelId="{4963C71B-D148-418C-A573-507B9286D0FB}" type="presParOf" srcId="{F1F4D935-F066-4670-87B2-A575179F0301}" destId="{35DEDA93-D23F-4964-AB60-1BC84FF5D6ED}" srcOrd="3" destOrd="0" presId="urn:microsoft.com/office/officeart/2018/2/layout/IconVerticalSolidList"/>
    <dgm:cxn modelId="{BEFC053A-7F72-40E7-B675-51A806CCADBD}" type="presParOf" srcId="{82908455-D9DF-45B2-AED4-CDCED51A60F9}" destId="{2F6ECF7D-0A7D-4AFF-9F03-D6BBE33887ED}" srcOrd="7" destOrd="0" presId="urn:microsoft.com/office/officeart/2018/2/layout/IconVerticalSolidList"/>
    <dgm:cxn modelId="{0B44C06C-F145-49ED-8B46-A16ADEF6C6DA}" type="presParOf" srcId="{82908455-D9DF-45B2-AED4-CDCED51A60F9}" destId="{3E5F28EA-6B0C-4866-A761-C4539E122987}" srcOrd="8" destOrd="0" presId="urn:microsoft.com/office/officeart/2018/2/layout/IconVerticalSolidList"/>
    <dgm:cxn modelId="{73160362-9D6D-42BE-9565-B17B5ED38F1E}" type="presParOf" srcId="{3E5F28EA-6B0C-4866-A761-C4539E122987}" destId="{EB167B54-B0AE-4B48-8F4D-25A50224FEF2}" srcOrd="0" destOrd="0" presId="urn:microsoft.com/office/officeart/2018/2/layout/IconVerticalSolidList"/>
    <dgm:cxn modelId="{A5F6FE0C-CEFD-455E-A276-8726249B46CF}" type="presParOf" srcId="{3E5F28EA-6B0C-4866-A761-C4539E122987}" destId="{F21E7A66-6A41-4905-90A8-701C2836FD46}" srcOrd="1" destOrd="0" presId="urn:microsoft.com/office/officeart/2018/2/layout/IconVerticalSolidList"/>
    <dgm:cxn modelId="{6C0EEA07-5220-4639-8231-AD907CB70CFA}" type="presParOf" srcId="{3E5F28EA-6B0C-4866-A761-C4539E122987}" destId="{71F5F904-91F3-40BD-9158-42239CF27A55}" srcOrd="2" destOrd="0" presId="urn:microsoft.com/office/officeart/2018/2/layout/IconVerticalSolidList"/>
    <dgm:cxn modelId="{D4469470-DC31-4EED-A50A-B6A2BA4DE7E8}" type="presParOf" srcId="{3E5F28EA-6B0C-4866-A761-C4539E122987}" destId="{5C24AA0A-1636-4DA8-9012-C12E94602102}"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CDBF76D-EFD2-43DB-9B30-DA6D9617EF52}"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FA89BF53-B6C8-470D-A193-76CF3F6129CA}">
      <dgm:prSet phldrT="[Text]" phldr="0"/>
      <dgm:spPr>
        <a:solidFill>
          <a:srgbClr val="FFBD47"/>
        </a:solidFill>
      </dgm:spPr>
      <dgm:t>
        <a:bodyPr/>
        <a:lstStyle/>
        <a:p>
          <a:endParaRPr lang="en-US"/>
        </a:p>
      </dgm:t>
    </dgm:pt>
    <dgm:pt modelId="{69AC9B25-240E-44D1-8637-21251C4079E3}" type="parTrans" cxnId="{F80A387F-8AA8-4B44-8A29-CAF180E0555E}">
      <dgm:prSet/>
      <dgm:spPr/>
      <dgm:t>
        <a:bodyPr/>
        <a:lstStyle/>
        <a:p>
          <a:endParaRPr lang="en-US"/>
        </a:p>
      </dgm:t>
    </dgm:pt>
    <dgm:pt modelId="{6DE36494-CE3B-47FC-AEF2-F61FDC297B7C}" type="sibTrans" cxnId="{F80A387F-8AA8-4B44-8A29-CAF180E0555E}">
      <dgm:prSet/>
      <dgm:spPr/>
      <dgm:t>
        <a:bodyPr/>
        <a:lstStyle/>
        <a:p>
          <a:endParaRPr lang="en-US"/>
        </a:p>
      </dgm:t>
    </dgm:pt>
    <dgm:pt modelId="{C4965DA8-3A59-4C8F-9A85-99F186A9DB3A}">
      <dgm:prSet phldrT="[Text]" custT="1">
        <dgm:style>
          <a:lnRef idx="2">
            <a:schemeClr val="accent2"/>
          </a:lnRef>
          <a:fillRef idx="1">
            <a:schemeClr val="lt1"/>
          </a:fillRef>
          <a:effectRef idx="0">
            <a:schemeClr val="accent2"/>
          </a:effectRef>
          <a:fontRef idx="minor">
            <a:schemeClr val="dk1"/>
          </a:fontRef>
        </dgm:style>
      </dgm:prSet>
      <dgm:spPr/>
      <dgm:t>
        <a:bodyPr/>
        <a:lstStyle/>
        <a:p>
          <a:pPr>
            <a:buNone/>
          </a:pPr>
          <a:endParaRPr lang="en-US" sz="1400"/>
        </a:p>
      </dgm:t>
    </dgm:pt>
    <dgm:pt modelId="{31B09B43-87F4-490B-B0F6-33C499E005F7}" type="parTrans" cxnId="{86019321-DF2A-464C-9C00-F3174B991559}">
      <dgm:prSet/>
      <dgm:spPr/>
      <dgm:t>
        <a:bodyPr/>
        <a:lstStyle/>
        <a:p>
          <a:endParaRPr lang="en-US"/>
        </a:p>
      </dgm:t>
    </dgm:pt>
    <dgm:pt modelId="{3CBAA4CB-59F3-4D45-AEB3-1864C15D974B}" type="sibTrans" cxnId="{86019321-DF2A-464C-9C00-F3174B991559}">
      <dgm:prSet/>
      <dgm:spPr/>
      <dgm:t>
        <a:bodyPr/>
        <a:lstStyle/>
        <a:p>
          <a:endParaRPr lang="en-US"/>
        </a:p>
      </dgm:t>
    </dgm:pt>
    <dgm:pt modelId="{F8D129B2-D0B1-4F7D-B41D-D5B0D983F42D}">
      <dgm:prSet phldrT="[Text]" phldr="0"/>
      <dgm:spPr>
        <a:solidFill>
          <a:srgbClr val="FFBD47"/>
        </a:solidFill>
      </dgm:spPr>
      <dgm:t>
        <a:bodyPr/>
        <a:lstStyle/>
        <a:p>
          <a:endParaRPr lang="en-US"/>
        </a:p>
      </dgm:t>
    </dgm:pt>
    <dgm:pt modelId="{24897C35-EBE9-42B4-A03A-66DB70F5CC20}" type="parTrans" cxnId="{390A9342-D9E2-407B-B0C6-2EDB056CCBC3}">
      <dgm:prSet/>
      <dgm:spPr/>
      <dgm:t>
        <a:bodyPr/>
        <a:lstStyle/>
        <a:p>
          <a:endParaRPr lang="en-US"/>
        </a:p>
      </dgm:t>
    </dgm:pt>
    <dgm:pt modelId="{8F8A5734-C8EC-4C74-9F38-C16619949084}" type="sibTrans" cxnId="{390A9342-D9E2-407B-B0C6-2EDB056CCBC3}">
      <dgm:prSet/>
      <dgm:spPr/>
      <dgm:t>
        <a:bodyPr/>
        <a:lstStyle/>
        <a:p>
          <a:endParaRPr lang="en-US"/>
        </a:p>
      </dgm:t>
    </dgm:pt>
    <dgm:pt modelId="{EEDBA222-F020-438D-83D5-D207B82AA554}">
      <dgm:prSet phldrT="[Text]" phldr="0">
        <dgm:style>
          <a:lnRef idx="2">
            <a:schemeClr val="accent2"/>
          </a:lnRef>
          <a:fillRef idx="1">
            <a:schemeClr val="lt1"/>
          </a:fillRef>
          <a:effectRef idx="0">
            <a:schemeClr val="accent2"/>
          </a:effectRef>
          <a:fontRef idx="minor">
            <a:schemeClr val="dk1"/>
          </a:fontRef>
        </dgm:style>
      </dgm:prSet>
      <dgm:spPr/>
      <dgm:t>
        <a:bodyPr/>
        <a:lstStyle/>
        <a:p>
          <a:endParaRPr lang="en-US"/>
        </a:p>
      </dgm:t>
    </dgm:pt>
    <dgm:pt modelId="{1A7651F1-10DE-4F0B-855E-08BD52E2E4D5}" type="parTrans" cxnId="{29A0804F-5949-4341-BD17-203A614A4132}">
      <dgm:prSet/>
      <dgm:spPr/>
      <dgm:t>
        <a:bodyPr/>
        <a:lstStyle/>
        <a:p>
          <a:endParaRPr lang="en-US"/>
        </a:p>
      </dgm:t>
    </dgm:pt>
    <dgm:pt modelId="{9A293A49-5AAA-48A6-8742-8504BF6F61DC}" type="sibTrans" cxnId="{29A0804F-5949-4341-BD17-203A614A4132}">
      <dgm:prSet/>
      <dgm:spPr/>
      <dgm:t>
        <a:bodyPr/>
        <a:lstStyle/>
        <a:p>
          <a:endParaRPr lang="en-US"/>
        </a:p>
      </dgm:t>
    </dgm:pt>
    <dgm:pt modelId="{E4894DF3-F7D4-413E-8ED4-5D91368AF9A2}">
      <dgm:prSet phldrT="[Text]" phldr="0"/>
      <dgm:spPr>
        <a:solidFill>
          <a:srgbClr val="FFBD47"/>
        </a:solidFill>
      </dgm:spPr>
      <dgm:t>
        <a:bodyPr/>
        <a:lstStyle/>
        <a:p>
          <a:endParaRPr lang="en-US"/>
        </a:p>
      </dgm:t>
    </dgm:pt>
    <dgm:pt modelId="{32C84604-4939-4416-B9E2-83D1ECFC2BCF}" type="parTrans" cxnId="{287EA69D-A26D-4E49-A2C5-0283C490638C}">
      <dgm:prSet/>
      <dgm:spPr/>
      <dgm:t>
        <a:bodyPr/>
        <a:lstStyle/>
        <a:p>
          <a:endParaRPr lang="en-US"/>
        </a:p>
      </dgm:t>
    </dgm:pt>
    <dgm:pt modelId="{362238A9-86CE-4B71-9B37-5F2A87128661}" type="sibTrans" cxnId="{287EA69D-A26D-4E49-A2C5-0283C490638C}">
      <dgm:prSet/>
      <dgm:spPr/>
      <dgm:t>
        <a:bodyPr/>
        <a:lstStyle/>
        <a:p>
          <a:endParaRPr lang="en-US"/>
        </a:p>
      </dgm:t>
    </dgm:pt>
    <dgm:pt modelId="{90E49034-7B39-48C8-9522-7F34AECDFBED}">
      <dgm:prSet phldrT="[Text]" phldr="0">
        <dgm:style>
          <a:lnRef idx="2">
            <a:schemeClr val="accent2"/>
          </a:lnRef>
          <a:fillRef idx="1">
            <a:schemeClr val="lt1"/>
          </a:fillRef>
          <a:effectRef idx="0">
            <a:schemeClr val="accent2"/>
          </a:effectRef>
          <a:fontRef idx="minor">
            <a:schemeClr val="dk1"/>
          </a:fontRef>
        </dgm:style>
      </dgm:prSet>
      <dgm:spPr/>
      <dgm:t>
        <a:bodyPr/>
        <a:lstStyle/>
        <a:p>
          <a:endParaRPr lang="en-US"/>
        </a:p>
      </dgm:t>
    </dgm:pt>
    <dgm:pt modelId="{26F6AEFA-87AD-46CA-A58C-26AEE49A2129}" type="parTrans" cxnId="{F6CCB71E-20DD-48FE-93E9-B5028D102A70}">
      <dgm:prSet/>
      <dgm:spPr/>
      <dgm:t>
        <a:bodyPr/>
        <a:lstStyle/>
        <a:p>
          <a:endParaRPr lang="en-US"/>
        </a:p>
      </dgm:t>
    </dgm:pt>
    <dgm:pt modelId="{CEA8D937-EACD-4A63-988F-80310B574268}" type="sibTrans" cxnId="{F6CCB71E-20DD-48FE-93E9-B5028D102A70}">
      <dgm:prSet/>
      <dgm:spPr/>
      <dgm:t>
        <a:bodyPr/>
        <a:lstStyle/>
        <a:p>
          <a:endParaRPr lang="en-US"/>
        </a:p>
      </dgm:t>
    </dgm:pt>
    <dgm:pt modelId="{28C5DB56-A03C-4271-9B44-C8E64E07FB4C}" type="pres">
      <dgm:prSet presAssocID="{0CDBF76D-EFD2-43DB-9B30-DA6D9617EF52}" presName="Name0" presStyleCnt="0">
        <dgm:presLayoutVars>
          <dgm:dir/>
          <dgm:animLvl val="lvl"/>
          <dgm:resizeHandles val="exact"/>
        </dgm:presLayoutVars>
      </dgm:prSet>
      <dgm:spPr/>
    </dgm:pt>
    <dgm:pt modelId="{B99EEACF-0D30-4E17-AAAF-4AE5F957EFB0}" type="pres">
      <dgm:prSet presAssocID="{FA89BF53-B6C8-470D-A193-76CF3F6129CA}" presName="composite" presStyleCnt="0"/>
      <dgm:spPr/>
    </dgm:pt>
    <dgm:pt modelId="{3F2BDB6C-7338-46AA-B958-E6C5191C4BCF}" type="pres">
      <dgm:prSet presAssocID="{FA89BF53-B6C8-470D-A193-76CF3F6129CA}" presName="parTx" presStyleLbl="alignNode1" presStyleIdx="0" presStyleCnt="3" custLinFactNeighborX="-405" custLinFactNeighborY="-15533">
        <dgm:presLayoutVars>
          <dgm:chMax val="0"/>
          <dgm:chPref val="0"/>
          <dgm:bulletEnabled val="1"/>
        </dgm:presLayoutVars>
      </dgm:prSet>
      <dgm:spPr/>
    </dgm:pt>
    <dgm:pt modelId="{7FECC854-4E79-44C9-B365-9294FFE241D4}" type="pres">
      <dgm:prSet presAssocID="{FA89BF53-B6C8-470D-A193-76CF3F6129CA}" presName="desTx" presStyleLbl="alignAccFollowNode1" presStyleIdx="0" presStyleCnt="3" custScaleY="115877" custLinFactNeighborX="216" custLinFactNeighborY="4716">
        <dgm:presLayoutVars>
          <dgm:bulletEnabled val="1"/>
        </dgm:presLayoutVars>
      </dgm:prSet>
      <dgm:spPr/>
    </dgm:pt>
    <dgm:pt modelId="{EE5A60BC-9618-45AE-B811-D021B3C45BF7}" type="pres">
      <dgm:prSet presAssocID="{6DE36494-CE3B-47FC-AEF2-F61FDC297B7C}" presName="space" presStyleCnt="0"/>
      <dgm:spPr/>
    </dgm:pt>
    <dgm:pt modelId="{2D40492B-4917-429F-8648-30E593F671B0}" type="pres">
      <dgm:prSet presAssocID="{F8D129B2-D0B1-4F7D-B41D-D5B0D983F42D}" presName="composite" presStyleCnt="0"/>
      <dgm:spPr/>
    </dgm:pt>
    <dgm:pt modelId="{7E9FAA2A-FA4F-4D13-B05A-CBADF4029CCF}" type="pres">
      <dgm:prSet presAssocID="{F8D129B2-D0B1-4F7D-B41D-D5B0D983F42D}" presName="parTx" presStyleLbl="alignNode1" presStyleIdx="1" presStyleCnt="3" custLinFactNeighborX="-314" custLinFactNeighborY="-41121">
        <dgm:presLayoutVars>
          <dgm:chMax val="0"/>
          <dgm:chPref val="0"/>
          <dgm:bulletEnabled val="1"/>
        </dgm:presLayoutVars>
      </dgm:prSet>
      <dgm:spPr/>
    </dgm:pt>
    <dgm:pt modelId="{A2B57D88-38F5-4992-A229-DF51243B649C}" type="pres">
      <dgm:prSet presAssocID="{F8D129B2-D0B1-4F7D-B41D-D5B0D983F42D}" presName="desTx" presStyleLbl="alignAccFollowNode1" presStyleIdx="1" presStyleCnt="3" custScaleY="116219" custLinFactNeighborX="927" custLinFactNeighborY="4752">
        <dgm:presLayoutVars>
          <dgm:bulletEnabled val="1"/>
        </dgm:presLayoutVars>
      </dgm:prSet>
      <dgm:spPr/>
    </dgm:pt>
    <dgm:pt modelId="{3E135451-2626-4F71-8DCA-9A7B51732D1C}" type="pres">
      <dgm:prSet presAssocID="{8F8A5734-C8EC-4C74-9F38-C16619949084}" presName="space" presStyleCnt="0"/>
      <dgm:spPr/>
    </dgm:pt>
    <dgm:pt modelId="{9BCFA973-BCAD-4D31-82BB-C407A54490EA}" type="pres">
      <dgm:prSet presAssocID="{E4894DF3-F7D4-413E-8ED4-5D91368AF9A2}" presName="composite" presStyleCnt="0"/>
      <dgm:spPr/>
    </dgm:pt>
    <dgm:pt modelId="{E2F40DCB-4841-465C-9042-2641AE72635E}" type="pres">
      <dgm:prSet presAssocID="{E4894DF3-F7D4-413E-8ED4-5D91368AF9A2}" presName="parTx" presStyleLbl="alignNode1" presStyleIdx="2" presStyleCnt="3" custLinFactNeighborX="-222" custLinFactNeighborY="-41121">
        <dgm:presLayoutVars>
          <dgm:chMax val="0"/>
          <dgm:chPref val="0"/>
          <dgm:bulletEnabled val="1"/>
        </dgm:presLayoutVars>
      </dgm:prSet>
      <dgm:spPr/>
    </dgm:pt>
    <dgm:pt modelId="{B95B22F0-0C93-4720-B43B-6C2942B5A780}" type="pres">
      <dgm:prSet presAssocID="{E4894DF3-F7D4-413E-8ED4-5D91368AF9A2}" presName="desTx" presStyleLbl="alignAccFollowNode1" presStyleIdx="2" presStyleCnt="3" custScaleY="117837" custLinFactNeighborX="-222" custLinFactNeighborY="7645">
        <dgm:presLayoutVars>
          <dgm:bulletEnabled val="1"/>
        </dgm:presLayoutVars>
      </dgm:prSet>
      <dgm:spPr/>
    </dgm:pt>
  </dgm:ptLst>
  <dgm:cxnLst>
    <dgm:cxn modelId="{F6CCB71E-20DD-48FE-93E9-B5028D102A70}" srcId="{E4894DF3-F7D4-413E-8ED4-5D91368AF9A2}" destId="{90E49034-7B39-48C8-9522-7F34AECDFBED}" srcOrd="0" destOrd="0" parTransId="{26F6AEFA-87AD-46CA-A58C-26AEE49A2129}" sibTransId="{CEA8D937-EACD-4A63-988F-80310B574268}"/>
    <dgm:cxn modelId="{86019321-DF2A-464C-9C00-F3174B991559}" srcId="{FA89BF53-B6C8-470D-A193-76CF3F6129CA}" destId="{C4965DA8-3A59-4C8F-9A85-99F186A9DB3A}" srcOrd="0" destOrd="0" parTransId="{31B09B43-87F4-490B-B0F6-33C499E005F7}" sibTransId="{3CBAA4CB-59F3-4D45-AEB3-1864C15D974B}"/>
    <dgm:cxn modelId="{E323222C-FC1B-4107-92DC-123086463F29}" type="presOf" srcId="{C4965DA8-3A59-4C8F-9A85-99F186A9DB3A}" destId="{7FECC854-4E79-44C9-B365-9294FFE241D4}" srcOrd="0" destOrd="0" presId="urn:microsoft.com/office/officeart/2005/8/layout/hList1"/>
    <dgm:cxn modelId="{390A9342-D9E2-407B-B0C6-2EDB056CCBC3}" srcId="{0CDBF76D-EFD2-43DB-9B30-DA6D9617EF52}" destId="{F8D129B2-D0B1-4F7D-B41D-D5B0D983F42D}" srcOrd="1" destOrd="0" parTransId="{24897C35-EBE9-42B4-A03A-66DB70F5CC20}" sibTransId="{8F8A5734-C8EC-4C74-9F38-C16619949084}"/>
    <dgm:cxn modelId="{BE44AE44-CF71-4E6A-9FF2-9EDE3D59BC0C}" type="presOf" srcId="{90E49034-7B39-48C8-9522-7F34AECDFBED}" destId="{B95B22F0-0C93-4720-B43B-6C2942B5A780}" srcOrd="0" destOrd="0" presId="urn:microsoft.com/office/officeart/2005/8/layout/hList1"/>
    <dgm:cxn modelId="{29A0804F-5949-4341-BD17-203A614A4132}" srcId="{F8D129B2-D0B1-4F7D-B41D-D5B0D983F42D}" destId="{EEDBA222-F020-438D-83D5-D207B82AA554}" srcOrd="0" destOrd="0" parTransId="{1A7651F1-10DE-4F0B-855E-08BD52E2E4D5}" sibTransId="{9A293A49-5AAA-48A6-8742-8504BF6F61DC}"/>
    <dgm:cxn modelId="{0FE25778-38D6-409F-A913-45CEFAAE2434}" type="presOf" srcId="{E4894DF3-F7D4-413E-8ED4-5D91368AF9A2}" destId="{E2F40DCB-4841-465C-9042-2641AE72635E}" srcOrd="0" destOrd="0" presId="urn:microsoft.com/office/officeart/2005/8/layout/hList1"/>
    <dgm:cxn modelId="{B476A95A-2242-4A19-AA6D-77ACE759DBC7}" type="presOf" srcId="{0CDBF76D-EFD2-43DB-9B30-DA6D9617EF52}" destId="{28C5DB56-A03C-4271-9B44-C8E64E07FB4C}" srcOrd="0" destOrd="0" presId="urn:microsoft.com/office/officeart/2005/8/layout/hList1"/>
    <dgm:cxn modelId="{F80A387F-8AA8-4B44-8A29-CAF180E0555E}" srcId="{0CDBF76D-EFD2-43DB-9B30-DA6D9617EF52}" destId="{FA89BF53-B6C8-470D-A193-76CF3F6129CA}" srcOrd="0" destOrd="0" parTransId="{69AC9B25-240E-44D1-8637-21251C4079E3}" sibTransId="{6DE36494-CE3B-47FC-AEF2-F61FDC297B7C}"/>
    <dgm:cxn modelId="{287EA69D-A26D-4E49-A2C5-0283C490638C}" srcId="{0CDBF76D-EFD2-43DB-9B30-DA6D9617EF52}" destId="{E4894DF3-F7D4-413E-8ED4-5D91368AF9A2}" srcOrd="2" destOrd="0" parTransId="{32C84604-4939-4416-B9E2-83D1ECFC2BCF}" sibTransId="{362238A9-86CE-4B71-9B37-5F2A87128661}"/>
    <dgm:cxn modelId="{8B9DA4B3-7BC2-4101-9217-AC863C3CF8C3}" type="presOf" srcId="{FA89BF53-B6C8-470D-A193-76CF3F6129CA}" destId="{3F2BDB6C-7338-46AA-B958-E6C5191C4BCF}" srcOrd="0" destOrd="0" presId="urn:microsoft.com/office/officeart/2005/8/layout/hList1"/>
    <dgm:cxn modelId="{E2F6B6BD-7F5E-42EE-A2F1-B219CB623143}" type="presOf" srcId="{EEDBA222-F020-438D-83D5-D207B82AA554}" destId="{A2B57D88-38F5-4992-A229-DF51243B649C}" srcOrd="0" destOrd="0" presId="urn:microsoft.com/office/officeart/2005/8/layout/hList1"/>
    <dgm:cxn modelId="{B4CD8AF4-5CE7-441A-97E6-49DAF5AC7161}" type="presOf" srcId="{F8D129B2-D0B1-4F7D-B41D-D5B0D983F42D}" destId="{7E9FAA2A-FA4F-4D13-B05A-CBADF4029CCF}" srcOrd="0" destOrd="0" presId="urn:microsoft.com/office/officeart/2005/8/layout/hList1"/>
    <dgm:cxn modelId="{60AC2390-638F-446C-8D49-BFF3D6894D7C}" type="presParOf" srcId="{28C5DB56-A03C-4271-9B44-C8E64E07FB4C}" destId="{B99EEACF-0D30-4E17-AAAF-4AE5F957EFB0}" srcOrd="0" destOrd="0" presId="urn:microsoft.com/office/officeart/2005/8/layout/hList1"/>
    <dgm:cxn modelId="{B8977F69-EC5A-48CD-B522-294C9AE4C0ED}" type="presParOf" srcId="{B99EEACF-0D30-4E17-AAAF-4AE5F957EFB0}" destId="{3F2BDB6C-7338-46AA-B958-E6C5191C4BCF}" srcOrd="0" destOrd="0" presId="urn:microsoft.com/office/officeart/2005/8/layout/hList1"/>
    <dgm:cxn modelId="{BA6BBE64-8A0C-4853-83D3-BF814852F35F}" type="presParOf" srcId="{B99EEACF-0D30-4E17-AAAF-4AE5F957EFB0}" destId="{7FECC854-4E79-44C9-B365-9294FFE241D4}" srcOrd="1" destOrd="0" presId="urn:microsoft.com/office/officeart/2005/8/layout/hList1"/>
    <dgm:cxn modelId="{A3DA1414-4E5F-4755-92F4-FA106D76C4EF}" type="presParOf" srcId="{28C5DB56-A03C-4271-9B44-C8E64E07FB4C}" destId="{EE5A60BC-9618-45AE-B811-D021B3C45BF7}" srcOrd="1" destOrd="0" presId="urn:microsoft.com/office/officeart/2005/8/layout/hList1"/>
    <dgm:cxn modelId="{CFD0BA81-D596-4177-9F93-4129FAADAFE9}" type="presParOf" srcId="{28C5DB56-A03C-4271-9B44-C8E64E07FB4C}" destId="{2D40492B-4917-429F-8648-30E593F671B0}" srcOrd="2" destOrd="0" presId="urn:microsoft.com/office/officeart/2005/8/layout/hList1"/>
    <dgm:cxn modelId="{3E220D2B-3628-44D3-8C83-25AA3B81D53D}" type="presParOf" srcId="{2D40492B-4917-429F-8648-30E593F671B0}" destId="{7E9FAA2A-FA4F-4D13-B05A-CBADF4029CCF}" srcOrd="0" destOrd="0" presId="urn:microsoft.com/office/officeart/2005/8/layout/hList1"/>
    <dgm:cxn modelId="{6A256855-C2B6-456D-A89C-715CD07FA51E}" type="presParOf" srcId="{2D40492B-4917-429F-8648-30E593F671B0}" destId="{A2B57D88-38F5-4992-A229-DF51243B649C}" srcOrd="1" destOrd="0" presId="urn:microsoft.com/office/officeart/2005/8/layout/hList1"/>
    <dgm:cxn modelId="{AE3A5330-5E53-415D-A2B7-E3E23D7677F8}" type="presParOf" srcId="{28C5DB56-A03C-4271-9B44-C8E64E07FB4C}" destId="{3E135451-2626-4F71-8DCA-9A7B51732D1C}" srcOrd="3" destOrd="0" presId="urn:microsoft.com/office/officeart/2005/8/layout/hList1"/>
    <dgm:cxn modelId="{E7375A29-A788-442C-8028-465497C5FF48}" type="presParOf" srcId="{28C5DB56-A03C-4271-9B44-C8E64E07FB4C}" destId="{9BCFA973-BCAD-4D31-82BB-C407A54490EA}" srcOrd="4" destOrd="0" presId="urn:microsoft.com/office/officeart/2005/8/layout/hList1"/>
    <dgm:cxn modelId="{F6B9CA09-2A96-453C-9A22-D7F5B3EB6342}" type="presParOf" srcId="{9BCFA973-BCAD-4D31-82BB-C407A54490EA}" destId="{E2F40DCB-4841-465C-9042-2641AE72635E}" srcOrd="0" destOrd="0" presId="urn:microsoft.com/office/officeart/2005/8/layout/hList1"/>
    <dgm:cxn modelId="{4EF93277-EA9A-49A0-92C2-BCECBA624CDB}" type="presParOf" srcId="{9BCFA973-BCAD-4D31-82BB-C407A54490EA}" destId="{B95B22F0-0C93-4720-B43B-6C2942B5A780}"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9D701A8-7A8F-40BC-AA44-67C5D5A63D8A}" type="doc">
      <dgm:prSet loTypeId="urn:microsoft.com/office/officeart/2005/8/layout/hierarchy3" loCatId="relationship" qsTypeId="urn:microsoft.com/office/officeart/2005/8/quickstyle/simple5" qsCatId="simple" csTypeId="urn:microsoft.com/office/officeart/2005/8/colors/accent2_2" csCatId="accent2" phldr="1"/>
      <dgm:spPr/>
      <dgm:t>
        <a:bodyPr/>
        <a:lstStyle/>
        <a:p>
          <a:endParaRPr lang="en-US"/>
        </a:p>
      </dgm:t>
    </dgm:pt>
    <dgm:pt modelId="{E62FA1DC-384E-46AF-82D7-6AC6BB082AE1}">
      <dgm:prSet phldrT="[Text]" phldr="0">
        <dgm:style>
          <a:lnRef idx="2">
            <a:schemeClr val="accent2">
              <a:shade val="15000"/>
            </a:schemeClr>
          </a:lnRef>
          <a:fillRef idx="1">
            <a:schemeClr val="accent2"/>
          </a:fillRef>
          <a:effectRef idx="0">
            <a:schemeClr val="accent2"/>
          </a:effectRef>
          <a:fontRef idx="minor">
            <a:schemeClr val="lt1"/>
          </a:fontRef>
        </dgm:style>
      </dgm:prSet>
      <dgm:spPr>
        <a:solidFill>
          <a:srgbClr val="FFBD47"/>
        </a:solidFill>
      </dgm:spPr>
      <dgm:t>
        <a:bodyPr/>
        <a:lstStyle/>
        <a:p>
          <a:endParaRPr lang="en-US" b="0"/>
        </a:p>
      </dgm:t>
    </dgm:pt>
    <dgm:pt modelId="{9324626C-CB82-4A09-85C4-9797BD5C4C70}" type="parTrans" cxnId="{5382009F-5F39-4C66-A680-A876715AADF5}">
      <dgm:prSet/>
      <dgm:spPr/>
      <dgm:t>
        <a:bodyPr/>
        <a:lstStyle/>
        <a:p>
          <a:endParaRPr lang="en-US" b="0"/>
        </a:p>
      </dgm:t>
    </dgm:pt>
    <dgm:pt modelId="{2EE9E672-0DD6-4B39-9D46-10DDB8748B9D}" type="sibTrans" cxnId="{5382009F-5F39-4C66-A680-A876715AADF5}">
      <dgm:prSet/>
      <dgm:spPr/>
      <dgm:t>
        <a:bodyPr/>
        <a:lstStyle/>
        <a:p>
          <a:endParaRPr lang="en-US" b="0"/>
        </a:p>
      </dgm:t>
    </dgm:pt>
    <dgm:pt modelId="{A7476783-0D34-4C25-B867-19CFA5146A88}">
      <dgm:prSet phldrT="[Text]" phldr="0">
        <dgm:style>
          <a:lnRef idx="2">
            <a:schemeClr val="accent5"/>
          </a:lnRef>
          <a:fillRef idx="1">
            <a:schemeClr val="lt1"/>
          </a:fillRef>
          <a:effectRef idx="0">
            <a:schemeClr val="accent5"/>
          </a:effectRef>
          <a:fontRef idx="minor">
            <a:schemeClr val="dk1"/>
          </a:fontRef>
        </dgm:style>
      </dgm:prSet>
      <dgm:spPr>
        <a:ln w="31750">
          <a:solidFill>
            <a:srgbClr val="FFC000"/>
          </a:solidFill>
        </a:ln>
      </dgm:spPr>
      <dgm:t>
        <a:bodyPr/>
        <a:lstStyle/>
        <a:p>
          <a:endParaRPr lang="en-US" b="0"/>
        </a:p>
      </dgm:t>
    </dgm:pt>
    <dgm:pt modelId="{0F231F42-5384-45F6-83D7-1ABB6138A9F5}" type="parTrans" cxnId="{5EABEE1E-0691-43A6-90FB-3376642E21AD}">
      <dgm:prSet/>
      <dgm:spPr>
        <a:solidFill>
          <a:schemeClr val="bg1"/>
        </a:solidFill>
        <a:ln w="31750">
          <a:solidFill>
            <a:srgbClr val="FFC000"/>
          </a:solidFill>
        </a:ln>
      </dgm:spPr>
      <dgm:t>
        <a:bodyPr/>
        <a:lstStyle/>
        <a:p>
          <a:endParaRPr lang="en-US" b="0"/>
        </a:p>
      </dgm:t>
    </dgm:pt>
    <dgm:pt modelId="{08EECC05-0A9D-4E56-9843-030B3B225CB9}" type="sibTrans" cxnId="{5EABEE1E-0691-43A6-90FB-3376642E21AD}">
      <dgm:prSet/>
      <dgm:spPr/>
      <dgm:t>
        <a:bodyPr/>
        <a:lstStyle/>
        <a:p>
          <a:endParaRPr lang="en-US" b="0"/>
        </a:p>
      </dgm:t>
    </dgm:pt>
    <dgm:pt modelId="{4F34C26A-FAA6-460A-84DD-068E7BACA12C}">
      <dgm:prSet>
        <dgm:style>
          <a:lnRef idx="2">
            <a:schemeClr val="accent2">
              <a:shade val="15000"/>
            </a:schemeClr>
          </a:lnRef>
          <a:fillRef idx="1">
            <a:schemeClr val="accent2"/>
          </a:fillRef>
          <a:effectRef idx="0">
            <a:schemeClr val="accent2"/>
          </a:effectRef>
          <a:fontRef idx="minor">
            <a:schemeClr val="lt1"/>
          </a:fontRef>
        </dgm:style>
      </dgm:prSet>
      <dgm:spPr>
        <a:solidFill>
          <a:srgbClr val="FFBD47"/>
        </a:solidFill>
      </dgm:spPr>
      <dgm:t>
        <a:bodyPr/>
        <a:lstStyle/>
        <a:p>
          <a:endParaRPr lang="en-US" b="0"/>
        </a:p>
      </dgm:t>
    </dgm:pt>
    <dgm:pt modelId="{78A3D620-6BFD-48B3-BDBA-D0BF4AF74FC0}" type="parTrans" cxnId="{023098E8-A338-4A68-A33B-E1C4E2C3137B}">
      <dgm:prSet/>
      <dgm:spPr/>
      <dgm:t>
        <a:bodyPr/>
        <a:lstStyle/>
        <a:p>
          <a:endParaRPr lang="en-US" b="0"/>
        </a:p>
      </dgm:t>
    </dgm:pt>
    <dgm:pt modelId="{0077CE8E-4D19-4092-8E75-815BC1875D04}" type="sibTrans" cxnId="{023098E8-A338-4A68-A33B-E1C4E2C3137B}">
      <dgm:prSet/>
      <dgm:spPr/>
      <dgm:t>
        <a:bodyPr/>
        <a:lstStyle/>
        <a:p>
          <a:endParaRPr lang="en-US" b="0"/>
        </a:p>
      </dgm:t>
    </dgm:pt>
    <dgm:pt modelId="{AD1CBCCC-3452-41EF-9373-1CAA280887EC}">
      <dgm:prSet/>
      <dgm:spPr>
        <a:solidFill>
          <a:schemeClr val="lt1">
            <a:hueOff val="0"/>
            <a:satOff val="0"/>
            <a:lumOff val="0"/>
          </a:schemeClr>
        </a:solidFill>
        <a:ln w="31750">
          <a:solidFill>
            <a:srgbClr val="FFC000"/>
          </a:solidFill>
        </a:ln>
      </dgm:spPr>
      <dgm:t>
        <a:bodyPr/>
        <a:lstStyle/>
        <a:p>
          <a:endParaRPr lang="en-US"/>
        </a:p>
      </dgm:t>
    </dgm:pt>
    <dgm:pt modelId="{CF974B32-1FF1-4945-92C9-BC4FF1C5FD29}" type="parTrans" cxnId="{954BE044-9DEB-4420-94B4-8BAB25DD0BDE}">
      <dgm:prSet/>
      <dgm:spPr>
        <a:ln w="31750">
          <a:solidFill>
            <a:srgbClr val="FFC000"/>
          </a:solidFill>
        </a:ln>
      </dgm:spPr>
      <dgm:t>
        <a:bodyPr/>
        <a:lstStyle/>
        <a:p>
          <a:endParaRPr lang="en-US"/>
        </a:p>
      </dgm:t>
    </dgm:pt>
    <dgm:pt modelId="{64D5778F-7512-4A53-8A9E-5B4690E4C258}" type="sibTrans" cxnId="{954BE044-9DEB-4420-94B4-8BAB25DD0BDE}">
      <dgm:prSet/>
      <dgm:spPr/>
      <dgm:t>
        <a:bodyPr/>
        <a:lstStyle/>
        <a:p>
          <a:endParaRPr lang="en-US"/>
        </a:p>
      </dgm:t>
    </dgm:pt>
    <dgm:pt modelId="{D3AB522F-7A90-413E-92B2-A0D8682262DF}">
      <dgm:prSet>
        <dgm:style>
          <a:lnRef idx="2">
            <a:schemeClr val="accent2">
              <a:shade val="15000"/>
            </a:schemeClr>
          </a:lnRef>
          <a:fillRef idx="1">
            <a:schemeClr val="accent2"/>
          </a:fillRef>
          <a:effectRef idx="0">
            <a:schemeClr val="accent2"/>
          </a:effectRef>
          <a:fontRef idx="minor">
            <a:schemeClr val="lt1"/>
          </a:fontRef>
        </dgm:style>
      </dgm:prSet>
      <dgm:spPr>
        <a:solidFill>
          <a:srgbClr val="FFBD47"/>
        </a:solidFill>
      </dgm:spPr>
      <dgm:t>
        <a:bodyPr/>
        <a:lstStyle/>
        <a:p>
          <a:endParaRPr lang="en-US"/>
        </a:p>
      </dgm:t>
    </dgm:pt>
    <dgm:pt modelId="{CB6B1B00-F386-4B43-A710-CC4CFCBF833F}" type="parTrans" cxnId="{DCF6B0CC-2BEF-4D3B-8CF6-AAA11FAB2E4D}">
      <dgm:prSet/>
      <dgm:spPr/>
      <dgm:t>
        <a:bodyPr/>
        <a:lstStyle/>
        <a:p>
          <a:endParaRPr lang="en-US"/>
        </a:p>
      </dgm:t>
    </dgm:pt>
    <dgm:pt modelId="{F4A50C9E-9101-4CD3-9086-4EA1F7196CC9}" type="sibTrans" cxnId="{DCF6B0CC-2BEF-4D3B-8CF6-AAA11FAB2E4D}">
      <dgm:prSet/>
      <dgm:spPr/>
      <dgm:t>
        <a:bodyPr/>
        <a:lstStyle/>
        <a:p>
          <a:endParaRPr lang="en-US"/>
        </a:p>
      </dgm:t>
    </dgm:pt>
    <dgm:pt modelId="{7951D7EB-6FE2-4DAA-A89F-8EF20FB1D053}">
      <dgm:prSet/>
      <dgm:spPr>
        <a:ln w="31750">
          <a:solidFill>
            <a:srgbClr val="FFC000"/>
          </a:solidFill>
        </a:ln>
      </dgm:spPr>
      <dgm:t>
        <a:bodyPr/>
        <a:lstStyle/>
        <a:p>
          <a:endParaRPr lang="en-US"/>
        </a:p>
      </dgm:t>
    </dgm:pt>
    <dgm:pt modelId="{79561E61-EE08-4D53-AAAB-9B783D0F34CF}" type="parTrans" cxnId="{793C8D67-980B-4E77-8B8C-4A0496521CA0}">
      <dgm:prSet/>
      <dgm:spPr>
        <a:ln w="31750">
          <a:solidFill>
            <a:srgbClr val="FFC000"/>
          </a:solidFill>
        </a:ln>
      </dgm:spPr>
      <dgm:t>
        <a:bodyPr/>
        <a:lstStyle/>
        <a:p>
          <a:endParaRPr lang="en-US"/>
        </a:p>
      </dgm:t>
    </dgm:pt>
    <dgm:pt modelId="{622D77FA-0A6A-4E48-ABE5-35504F233AD4}" type="sibTrans" cxnId="{793C8D67-980B-4E77-8B8C-4A0496521CA0}">
      <dgm:prSet/>
      <dgm:spPr/>
      <dgm:t>
        <a:bodyPr/>
        <a:lstStyle/>
        <a:p>
          <a:endParaRPr lang="en-US"/>
        </a:p>
      </dgm:t>
    </dgm:pt>
    <dgm:pt modelId="{6859099E-2E2C-437F-9DF6-13B535446034}" type="pres">
      <dgm:prSet presAssocID="{F9D701A8-7A8F-40BC-AA44-67C5D5A63D8A}" presName="diagram" presStyleCnt="0">
        <dgm:presLayoutVars>
          <dgm:chPref val="1"/>
          <dgm:dir/>
          <dgm:animOne val="branch"/>
          <dgm:animLvl val="lvl"/>
          <dgm:resizeHandles/>
        </dgm:presLayoutVars>
      </dgm:prSet>
      <dgm:spPr/>
    </dgm:pt>
    <dgm:pt modelId="{F7699B79-EC05-48C0-94A8-20DDEA37EE72}" type="pres">
      <dgm:prSet presAssocID="{E62FA1DC-384E-46AF-82D7-6AC6BB082AE1}" presName="root" presStyleCnt="0"/>
      <dgm:spPr/>
    </dgm:pt>
    <dgm:pt modelId="{C7E576BB-507C-44A1-ADA6-0EEC2E660DC6}" type="pres">
      <dgm:prSet presAssocID="{E62FA1DC-384E-46AF-82D7-6AC6BB082AE1}" presName="rootComposite" presStyleCnt="0"/>
      <dgm:spPr/>
    </dgm:pt>
    <dgm:pt modelId="{C611FBA2-0848-46CE-BAA4-51B583512621}" type="pres">
      <dgm:prSet presAssocID="{E62FA1DC-384E-46AF-82D7-6AC6BB082AE1}" presName="rootText" presStyleLbl="node1" presStyleIdx="0" presStyleCnt="3" custScaleX="121557" custScaleY="80363"/>
      <dgm:spPr/>
    </dgm:pt>
    <dgm:pt modelId="{272E7052-C12D-4030-B3FC-2EC0178BB3B5}" type="pres">
      <dgm:prSet presAssocID="{E62FA1DC-384E-46AF-82D7-6AC6BB082AE1}" presName="rootConnector" presStyleLbl="node1" presStyleIdx="0" presStyleCnt="3"/>
      <dgm:spPr/>
    </dgm:pt>
    <dgm:pt modelId="{65072452-1F0F-4591-ACDC-CC9E5FDF640C}" type="pres">
      <dgm:prSet presAssocID="{E62FA1DC-384E-46AF-82D7-6AC6BB082AE1}" presName="childShape" presStyleCnt="0"/>
      <dgm:spPr/>
    </dgm:pt>
    <dgm:pt modelId="{93BEA12D-DD21-4B1C-9E7E-5FEB9F40D27E}" type="pres">
      <dgm:prSet presAssocID="{0F231F42-5384-45F6-83D7-1ABB6138A9F5}" presName="Name13" presStyleLbl="parChTrans1D2" presStyleIdx="0" presStyleCnt="3"/>
      <dgm:spPr/>
    </dgm:pt>
    <dgm:pt modelId="{EAC045E2-7DB9-4C22-AEC6-32573668D564}" type="pres">
      <dgm:prSet presAssocID="{A7476783-0D34-4C25-B867-19CFA5146A88}" presName="childText" presStyleLbl="bgAcc1" presStyleIdx="0" presStyleCnt="3" custScaleX="179307" custScaleY="281135" custLinFactNeighborX="-3188" custLinFactNeighborY="2324">
        <dgm:presLayoutVars>
          <dgm:bulletEnabled val="1"/>
        </dgm:presLayoutVars>
      </dgm:prSet>
      <dgm:spPr/>
    </dgm:pt>
    <dgm:pt modelId="{4F9C9732-F5E0-443F-AFB5-975BD06E81CD}" type="pres">
      <dgm:prSet presAssocID="{4F34C26A-FAA6-460A-84DD-068E7BACA12C}" presName="root" presStyleCnt="0"/>
      <dgm:spPr/>
    </dgm:pt>
    <dgm:pt modelId="{3FF90846-B63E-424C-A40C-DD12E1C51FE5}" type="pres">
      <dgm:prSet presAssocID="{4F34C26A-FAA6-460A-84DD-068E7BACA12C}" presName="rootComposite" presStyleCnt="0"/>
      <dgm:spPr/>
    </dgm:pt>
    <dgm:pt modelId="{B67BA6E8-DEB7-4EB2-9C08-D4097044044F}" type="pres">
      <dgm:prSet presAssocID="{4F34C26A-FAA6-460A-84DD-068E7BACA12C}" presName="rootText" presStyleLbl="node1" presStyleIdx="1" presStyleCnt="3" custScaleX="133433" custScaleY="81247" custLinFactNeighborX="865" custLinFactNeighborY="-1358"/>
      <dgm:spPr/>
    </dgm:pt>
    <dgm:pt modelId="{C72C390A-82A0-49EB-A7F1-641E461562AF}" type="pres">
      <dgm:prSet presAssocID="{4F34C26A-FAA6-460A-84DD-068E7BACA12C}" presName="rootConnector" presStyleLbl="node1" presStyleIdx="1" presStyleCnt="3"/>
      <dgm:spPr/>
    </dgm:pt>
    <dgm:pt modelId="{F6472FE1-D176-4B4B-9E54-50E09AB30343}" type="pres">
      <dgm:prSet presAssocID="{4F34C26A-FAA6-460A-84DD-068E7BACA12C}" presName="childShape" presStyleCnt="0"/>
      <dgm:spPr/>
    </dgm:pt>
    <dgm:pt modelId="{36CAC799-85BE-42D5-86BA-9319720C1018}" type="pres">
      <dgm:prSet presAssocID="{CF974B32-1FF1-4945-92C9-BC4FF1C5FD29}" presName="Name13" presStyleLbl="parChTrans1D2" presStyleIdx="1" presStyleCnt="3"/>
      <dgm:spPr/>
    </dgm:pt>
    <dgm:pt modelId="{0F56DC3C-C7A6-4140-B11E-69F9C56BFC9D}" type="pres">
      <dgm:prSet presAssocID="{AD1CBCCC-3452-41EF-9373-1CAA280887EC}" presName="childText" presStyleLbl="bgAcc1" presStyleIdx="1" presStyleCnt="3" custScaleX="177962" custScaleY="343623" custLinFactNeighborX="-3774" custLinFactNeighborY="2861">
        <dgm:presLayoutVars>
          <dgm:bulletEnabled val="1"/>
        </dgm:presLayoutVars>
      </dgm:prSet>
      <dgm:spPr/>
    </dgm:pt>
    <dgm:pt modelId="{5C087665-AD86-435A-B1D3-F4407C0FC2CD}" type="pres">
      <dgm:prSet presAssocID="{D3AB522F-7A90-413E-92B2-A0D8682262DF}" presName="root" presStyleCnt="0"/>
      <dgm:spPr/>
    </dgm:pt>
    <dgm:pt modelId="{6C3CCCD3-5682-4126-BAEA-0CEB167142DA}" type="pres">
      <dgm:prSet presAssocID="{D3AB522F-7A90-413E-92B2-A0D8682262DF}" presName="rootComposite" presStyleCnt="0"/>
      <dgm:spPr/>
    </dgm:pt>
    <dgm:pt modelId="{C81C5E2E-FC46-4BCD-9361-A5E418CEC004}" type="pres">
      <dgm:prSet presAssocID="{D3AB522F-7A90-413E-92B2-A0D8682262DF}" presName="rootText" presStyleLbl="node1" presStyleIdx="2" presStyleCnt="3" custScaleX="122120" custScaleY="79789" custLinFactNeighborX="-3434" custLinFactNeighborY="-8541"/>
      <dgm:spPr/>
    </dgm:pt>
    <dgm:pt modelId="{6A945B05-2697-4E9D-A333-35861B3C5748}" type="pres">
      <dgm:prSet presAssocID="{D3AB522F-7A90-413E-92B2-A0D8682262DF}" presName="rootConnector" presStyleLbl="node1" presStyleIdx="2" presStyleCnt="3"/>
      <dgm:spPr/>
    </dgm:pt>
    <dgm:pt modelId="{6CE9CC48-CA23-4F09-A99B-A196C321DFD7}" type="pres">
      <dgm:prSet presAssocID="{D3AB522F-7A90-413E-92B2-A0D8682262DF}" presName="childShape" presStyleCnt="0"/>
      <dgm:spPr/>
    </dgm:pt>
    <dgm:pt modelId="{9C727DBC-1FB0-43A3-9D2A-F9012B74EFB4}" type="pres">
      <dgm:prSet presAssocID="{79561E61-EE08-4D53-AAAB-9B783D0F34CF}" presName="Name13" presStyleLbl="parChTrans1D2" presStyleIdx="2" presStyleCnt="3"/>
      <dgm:spPr/>
    </dgm:pt>
    <dgm:pt modelId="{2B4AD5F2-B1B9-4C89-A2E8-7B3D2858D8B5}" type="pres">
      <dgm:prSet presAssocID="{7951D7EB-6FE2-4DAA-A89F-8EF20FB1D053}" presName="childText" presStyleLbl="bgAcc1" presStyleIdx="2" presStyleCnt="3" custScaleX="186772" custScaleY="295594" custLinFactNeighborX="-8639" custLinFactNeighborY="221">
        <dgm:presLayoutVars>
          <dgm:bulletEnabled val="1"/>
        </dgm:presLayoutVars>
      </dgm:prSet>
      <dgm:spPr/>
    </dgm:pt>
  </dgm:ptLst>
  <dgm:cxnLst>
    <dgm:cxn modelId="{8652DF12-FDCE-4B20-88CA-A6E142582C84}" type="presOf" srcId="{A7476783-0D34-4C25-B867-19CFA5146A88}" destId="{EAC045E2-7DB9-4C22-AEC6-32573668D564}" srcOrd="0" destOrd="0" presId="urn:microsoft.com/office/officeart/2005/8/layout/hierarchy3"/>
    <dgm:cxn modelId="{5EABEE1E-0691-43A6-90FB-3376642E21AD}" srcId="{E62FA1DC-384E-46AF-82D7-6AC6BB082AE1}" destId="{A7476783-0D34-4C25-B867-19CFA5146A88}" srcOrd="0" destOrd="0" parTransId="{0F231F42-5384-45F6-83D7-1ABB6138A9F5}" sibTransId="{08EECC05-0A9D-4E56-9843-030B3B225CB9}"/>
    <dgm:cxn modelId="{7BAF5326-8DA2-4FCF-AF14-0559ACFFB058}" type="presOf" srcId="{79561E61-EE08-4D53-AAAB-9B783D0F34CF}" destId="{9C727DBC-1FB0-43A3-9D2A-F9012B74EFB4}" srcOrd="0" destOrd="0" presId="urn:microsoft.com/office/officeart/2005/8/layout/hierarchy3"/>
    <dgm:cxn modelId="{4B071627-3AF7-4C0B-BE14-DDCBAC38F4C7}" type="presOf" srcId="{E62FA1DC-384E-46AF-82D7-6AC6BB082AE1}" destId="{C611FBA2-0848-46CE-BAA4-51B583512621}" srcOrd="0" destOrd="0" presId="urn:microsoft.com/office/officeart/2005/8/layout/hierarchy3"/>
    <dgm:cxn modelId="{4E50FB29-5616-45F5-8A80-3BF714444D1A}" type="presOf" srcId="{0F231F42-5384-45F6-83D7-1ABB6138A9F5}" destId="{93BEA12D-DD21-4B1C-9E7E-5FEB9F40D27E}" srcOrd="0" destOrd="0" presId="urn:microsoft.com/office/officeart/2005/8/layout/hierarchy3"/>
    <dgm:cxn modelId="{0E669E2D-CD11-4363-98BE-6BE62A231E11}" type="presOf" srcId="{4F34C26A-FAA6-460A-84DD-068E7BACA12C}" destId="{B67BA6E8-DEB7-4EB2-9C08-D4097044044F}" srcOrd="0" destOrd="0" presId="urn:microsoft.com/office/officeart/2005/8/layout/hierarchy3"/>
    <dgm:cxn modelId="{954BE044-9DEB-4420-94B4-8BAB25DD0BDE}" srcId="{4F34C26A-FAA6-460A-84DD-068E7BACA12C}" destId="{AD1CBCCC-3452-41EF-9373-1CAA280887EC}" srcOrd="0" destOrd="0" parTransId="{CF974B32-1FF1-4945-92C9-BC4FF1C5FD29}" sibTransId="{64D5778F-7512-4A53-8A9E-5B4690E4C258}"/>
    <dgm:cxn modelId="{793C8D67-980B-4E77-8B8C-4A0496521CA0}" srcId="{D3AB522F-7A90-413E-92B2-A0D8682262DF}" destId="{7951D7EB-6FE2-4DAA-A89F-8EF20FB1D053}" srcOrd="0" destOrd="0" parTransId="{79561E61-EE08-4D53-AAAB-9B783D0F34CF}" sibTransId="{622D77FA-0A6A-4E48-ABE5-35504F233AD4}"/>
    <dgm:cxn modelId="{76E18A53-3C5C-4CD2-B041-D7868B4A015F}" type="presOf" srcId="{D3AB522F-7A90-413E-92B2-A0D8682262DF}" destId="{C81C5E2E-FC46-4BCD-9361-A5E418CEC004}" srcOrd="0" destOrd="0" presId="urn:microsoft.com/office/officeart/2005/8/layout/hierarchy3"/>
    <dgm:cxn modelId="{D4566154-0745-4379-9086-B19EEA78D543}" type="presOf" srcId="{D3AB522F-7A90-413E-92B2-A0D8682262DF}" destId="{6A945B05-2697-4E9D-A333-35861B3C5748}" srcOrd="1" destOrd="0" presId="urn:microsoft.com/office/officeart/2005/8/layout/hierarchy3"/>
    <dgm:cxn modelId="{EDC63A89-B348-4D4F-B63F-BEC37CCE4647}" type="presOf" srcId="{CF974B32-1FF1-4945-92C9-BC4FF1C5FD29}" destId="{36CAC799-85BE-42D5-86BA-9319720C1018}" srcOrd="0" destOrd="0" presId="urn:microsoft.com/office/officeart/2005/8/layout/hierarchy3"/>
    <dgm:cxn modelId="{F84D5192-5A93-4CEC-B468-25867E681B41}" type="presOf" srcId="{4F34C26A-FAA6-460A-84DD-068E7BACA12C}" destId="{C72C390A-82A0-49EB-A7F1-641E461562AF}" srcOrd="1" destOrd="0" presId="urn:microsoft.com/office/officeart/2005/8/layout/hierarchy3"/>
    <dgm:cxn modelId="{547A5892-19A7-4286-909B-292892419E64}" type="presOf" srcId="{7951D7EB-6FE2-4DAA-A89F-8EF20FB1D053}" destId="{2B4AD5F2-B1B9-4C89-A2E8-7B3D2858D8B5}" srcOrd="0" destOrd="0" presId="urn:microsoft.com/office/officeart/2005/8/layout/hierarchy3"/>
    <dgm:cxn modelId="{5382009F-5F39-4C66-A680-A876715AADF5}" srcId="{F9D701A8-7A8F-40BC-AA44-67C5D5A63D8A}" destId="{E62FA1DC-384E-46AF-82D7-6AC6BB082AE1}" srcOrd="0" destOrd="0" parTransId="{9324626C-CB82-4A09-85C4-9797BD5C4C70}" sibTransId="{2EE9E672-0DD6-4B39-9D46-10DDB8748B9D}"/>
    <dgm:cxn modelId="{D197ACB5-4694-4921-935E-D6CA67D51613}" type="presOf" srcId="{F9D701A8-7A8F-40BC-AA44-67C5D5A63D8A}" destId="{6859099E-2E2C-437F-9DF6-13B535446034}" srcOrd="0" destOrd="0" presId="urn:microsoft.com/office/officeart/2005/8/layout/hierarchy3"/>
    <dgm:cxn modelId="{D1F741BB-AD75-4B54-8527-00AFD3C20ECF}" type="presOf" srcId="{E62FA1DC-384E-46AF-82D7-6AC6BB082AE1}" destId="{272E7052-C12D-4030-B3FC-2EC0178BB3B5}" srcOrd="1" destOrd="0" presId="urn:microsoft.com/office/officeart/2005/8/layout/hierarchy3"/>
    <dgm:cxn modelId="{DCF6B0CC-2BEF-4D3B-8CF6-AAA11FAB2E4D}" srcId="{F9D701A8-7A8F-40BC-AA44-67C5D5A63D8A}" destId="{D3AB522F-7A90-413E-92B2-A0D8682262DF}" srcOrd="2" destOrd="0" parTransId="{CB6B1B00-F386-4B43-A710-CC4CFCBF833F}" sibTransId="{F4A50C9E-9101-4CD3-9086-4EA1F7196CC9}"/>
    <dgm:cxn modelId="{023098E8-A338-4A68-A33B-E1C4E2C3137B}" srcId="{F9D701A8-7A8F-40BC-AA44-67C5D5A63D8A}" destId="{4F34C26A-FAA6-460A-84DD-068E7BACA12C}" srcOrd="1" destOrd="0" parTransId="{78A3D620-6BFD-48B3-BDBA-D0BF4AF74FC0}" sibTransId="{0077CE8E-4D19-4092-8E75-815BC1875D04}"/>
    <dgm:cxn modelId="{215F40EE-E195-40E9-881C-5C4A9410CBF4}" type="presOf" srcId="{AD1CBCCC-3452-41EF-9373-1CAA280887EC}" destId="{0F56DC3C-C7A6-4140-B11E-69F9C56BFC9D}" srcOrd="0" destOrd="0" presId="urn:microsoft.com/office/officeart/2005/8/layout/hierarchy3"/>
    <dgm:cxn modelId="{887BF47E-16B5-48B3-B13A-E4C9F8EB85F6}" type="presParOf" srcId="{6859099E-2E2C-437F-9DF6-13B535446034}" destId="{F7699B79-EC05-48C0-94A8-20DDEA37EE72}" srcOrd="0" destOrd="0" presId="urn:microsoft.com/office/officeart/2005/8/layout/hierarchy3"/>
    <dgm:cxn modelId="{D7A62E88-9F76-4DE9-A2B7-D6F2C54CA97C}" type="presParOf" srcId="{F7699B79-EC05-48C0-94A8-20DDEA37EE72}" destId="{C7E576BB-507C-44A1-ADA6-0EEC2E660DC6}" srcOrd="0" destOrd="0" presId="urn:microsoft.com/office/officeart/2005/8/layout/hierarchy3"/>
    <dgm:cxn modelId="{537D4C8A-B346-482F-8AB5-4C6084A2AEE4}" type="presParOf" srcId="{C7E576BB-507C-44A1-ADA6-0EEC2E660DC6}" destId="{C611FBA2-0848-46CE-BAA4-51B583512621}" srcOrd="0" destOrd="0" presId="urn:microsoft.com/office/officeart/2005/8/layout/hierarchy3"/>
    <dgm:cxn modelId="{B829F546-17FD-4422-A68B-1FEEBFA43D64}" type="presParOf" srcId="{C7E576BB-507C-44A1-ADA6-0EEC2E660DC6}" destId="{272E7052-C12D-4030-B3FC-2EC0178BB3B5}" srcOrd="1" destOrd="0" presId="urn:microsoft.com/office/officeart/2005/8/layout/hierarchy3"/>
    <dgm:cxn modelId="{FFC67938-8EF3-4EC0-AFA7-9FC30BC30360}" type="presParOf" srcId="{F7699B79-EC05-48C0-94A8-20DDEA37EE72}" destId="{65072452-1F0F-4591-ACDC-CC9E5FDF640C}" srcOrd="1" destOrd="0" presId="urn:microsoft.com/office/officeart/2005/8/layout/hierarchy3"/>
    <dgm:cxn modelId="{873AA57F-B6F4-4354-8EA7-F8009D0E3669}" type="presParOf" srcId="{65072452-1F0F-4591-ACDC-CC9E5FDF640C}" destId="{93BEA12D-DD21-4B1C-9E7E-5FEB9F40D27E}" srcOrd="0" destOrd="0" presId="urn:microsoft.com/office/officeart/2005/8/layout/hierarchy3"/>
    <dgm:cxn modelId="{2B1B1A7D-8E2D-4E32-A146-5772204D4504}" type="presParOf" srcId="{65072452-1F0F-4591-ACDC-CC9E5FDF640C}" destId="{EAC045E2-7DB9-4C22-AEC6-32573668D564}" srcOrd="1" destOrd="0" presId="urn:microsoft.com/office/officeart/2005/8/layout/hierarchy3"/>
    <dgm:cxn modelId="{718F66C5-A310-47DD-BF08-284211652A13}" type="presParOf" srcId="{6859099E-2E2C-437F-9DF6-13B535446034}" destId="{4F9C9732-F5E0-443F-AFB5-975BD06E81CD}" srcOrd="1" destOrd="0" presId="urn:microsoft.com/office/officeart/2005/8/layout/hierarchy3"/>
    <dgm:cxn modelId="{CA439CCB-13E1-45D5-889C-F7C3A17ED1F6}" type="presParOf" srcId="{4F9C9732-F5E0-443F-AFB5-975BD06E81CD}" destId="{3FF90846-B63E-424C-A40C-DD12E1C51FE5}" srcOrd="0" destOrd="0" presId="urn:microsoft.com/office/officeart/2005/8/layout/hierarchy3"/>
    <dgm:cxn modelId="{33EB5CB2-6E60-49EF-8437-44926FBE666B}" type="presParOf" srcId="{3FF90846-B63E-424C-A40C-DD12E1C51FE5}" destId="{B67BA6E8-DEB7-4EB2-9C08-D4097044044F}" srcOrd="0" destOrd="0" presId="urn:microsoft.com/office/officeart/2005/8/layout/hierarchy3"/>
    <dgm:cxn modelId="{3D616766-2F85-41EB-90BA-A072BD079D94}" type="presParOf" srcId="{3FF90846-B63E-424C-A40C-DD12E1C51FE5}" destId="{C72C390A-82A0-49EB-A7F1-641E461562AF}" srcOrd="1" destOrd="0" presId="urn:microsoft.com/office/officeart/2005/8/layout/hierarchy3"/>
    <dgm:cxn modelId="{7F2D83A0-B8A0-4F01-85F1-2C280160AFFC}" type="presParOf" srcId="{4F9C9732-F5E0-443F-AFB5-975BD06E81CD}" destId="{F6472FE1-D176-4B4B-9E54-50E09AB30343}" srcOrd="1" destOrd="0" presId="urn:microsoft.com/office/officeart/2005/8/layout/hierarchy3"/>
    <dgm:cxn modelId="{27158D09-8691-403D-B2A4-0EAB80B1CAA4}" type="presParOf" srcId="{F6472FE1-D176-4B4B-9E54-50E09AB30343}" destId="{36CAC799-85BE-42D5-86BA-9319720C1018}" srcOrd="0" destOrd="0" presId="urn:microsoft.com/office/officeart/2005/8/layout/hierarchy3"/>
    <dgm:cxn modelId="{3510A345-AA63-49C6-B3B3-5685D61230B0}" type="presParOf" srcId="{F6472FE1-D176-4B4B-9E54-50E09AB30343}" destId="{0F56DC3C-C7A6-4140-B11E-69F9C56BFC9D}" srcOrd="1" destOrd="0" presId="urn:microsoft.com/office/officeart/2005/8/layout/hierarchy3"/>
    <dgm:cxn modelId="{40D62441-BC04-40EA-9D70-6B8742EFFA0A}" type="presParOf" srcId="{6859099E-2E2C-437F-9DF6-13B535446034}" destId="{5C087665-AD86-435A-B1D3-F4407C0FC2CD}" srcOrd="2" destOrd="0" presId="urn:microsoft.com/office/officeart/2005/8/layout/hierarchy3"/>
    <dgm:cxn modelId="{11B8723A-BB94-47CE-B3B8-36E9FB962A05}" type="presParOf" srcId="{5C087665-AD86-435A-B1D3-F4407C0FC2CD}" destId="{6C3CCCD3-5682-4126-BAEA-0CEB167142DA}" srcOrd="0" destOrd="0" presId="urn:microsoft.com/office/officeart/2005/8/layout/hierarchy3"/>
    <dgm:cxn modelId="{CC220153-6632-440F-9B19-A2B8EB90E615}" type="presParOf" srcId="{6C3CCCD3-5682-4126-BAEA-0CEB167142DA}" destId="{C81C5E2E-FC46-4BCD-9361-A5E418CEC004}" srcOrd="0" destOrd="0" presId="urn:microsoft.com/office/officeart/2005/8/layout/hierarchy3"/>
    <dgm:cxn modelId="{8ABE52CD-A511-461C-A330-ED7060A0E865}" type="presParOf" srcId="{6C3CCCD3-5682-4126-BAEA-0CEB167142DA}" destId="{6A945B05-2697-4E9D-A333-35861B3C5748}" srcOrd="1" destOrd="0" presId="urn:microsoft.com/office/officeart/2005/8/layout/hierarchy3"/>
    <dgm:cxn modelId="{38D29DA8-6996-49BD-8957-BAF16F9BD0AF}" type="presParOf" srcId="{5C087665-AD86-435A-B1D3-F4407C0FC2CD}" destId="{6CE9CC48-CA23-4F09-A99B-A196C321DFD7}" srcOrd="1" destOrd="0" presId="urn:microsoft.com/office/officeart/2005/8/layout/hierarchy3"/>
    <dgm:cxn modelId="{43983535-C131-48EA-8AEB-8ECB76DD91C5}" type="presParOf" srcId="{6CE9CC48-CA23-4F09-A99B-A196C321DFD7}" destId="{9C727DBC-1FB0-43A3-9D2A-F9012B74EFB4}" srcOrd="0" destOrd="0" presId="urn:microsoft.com/office/officeart/2005/8/layout/hierarchy3"/>
    <dgm:cxn modelId="{A09ACABF-5B56-4870-AE61-D5CE4E78D456}" type="presParOf" srcId="{6CE9CC48-CA23-4F09-A99B-A196C321DFD7}" destId="{2B4AD5F2-B1B9-4C89-A2E8-7B3D2858D8B5}"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864BE1-7D1E-488A-B832-0C26566259C0}">
      <dsp:nvSpPr>
        <dsp:cNvPr id="0" name=""/>
        <dsp:cNvSpPr/>
      </dsp:nvSpPr>
      <dsp:spPr>
        <a:xfrm>
          <a:off x="0" y="1707"/>
          <a:ext cx="10744200" cy="597600"/>
        </a:xfrm>
        <a:prstGeom prst="roundRect">
          <a:avLst>
            <a:gd name="adj" fmla="val 10000"/>
          </a:avLst>
        </a:prstGeom>
        <a:solidFill>
          <a:schemeClr val="lt1"/>
        </a:solidFill>
        <a:ln w="12700" cap="flat" cmpd="sng" algn="ctr">
          <a:solidFill>
            <a:schemeClr val="accent2"/>
          </a:solidFill>
          <a:prstDash val="solid"/>
          <a:miter lim="800000"/>
        </a:ln>
        <a:effectLst/>
      </dsp:spPr>
      <dsp:style>
        <a:lnRef idx="2">
          <a:schemeClr val="accent2"/>
        </a:lnRef>
        <a:fillRef idx="1">
          <a:schemeClr val="lt1"/>
        </a:fillRef>
        <a:effectRef idx="0">
          <a:schemeClr val="accent2"/>
        </a:effectRef>
        <a:fontRef idx="minor">
          <a:schemeClr val="dk1"/>
        </a:fontRef>
      </dsp:style>
    </dsp:sp>
    <dsp:sp modelId="{3DE0D6BB-EAB1-4DB1-92EB-A7405BEB1BF3}">
      <dsp:nvSpPr>
        <dsp:cNvPr id="0" name=""/>
        <dsp:cNvSpPr/>
      </dsp:nvSpPr>
      <dsp:spPr>
        <a:xfrm>
          <a:off x="180774" y="136167"/>
          <a:ext cx="328680" cy="32868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DDEC358-E748-4F51-9818-B4ABF420BFA0}">
      <dsp:nvSpPr>
        <dsp:cNvPr id="0" name=""/>
        <dsp:cNvSpPr/>
      </dsp:nvSpPr>
      <dsp:spPr>
        <a:xfrm>
          <a:off x="690228" y="1707"/>
          <a:ext cx="10053971" cy="597600"/>
        </a:xfrm>
        <a:prstGeom prst="rect">
          <a:avLst/>
        </a:prstGeom>
        <a:solidFill>
          <a:schemeClr val="lt1"/>
        </a:solidFill>
        <a:ln w="12700" cap="flat" cmpd="sng" algn="ctr">
          <a:solidFill>
            <a:schemeClr val="accent2"/>
          </a:solidFill>
          <a:prstDash val="solid"/>
          <a:miter lim="800000"/>
        </a:ln>
        <a:effectLst/>
      </dsp:spPr>
      <dsp:style>
        <a:lnRef idx="2">
          <a:schemeClr val="accent2"/>
        </a:lnRef>
        <a:fillRef idx="1">
          <a:schemeClr val="lt1"/>
        </a:fillRef>
        <a:effectRef idx="0">
          <a:schemeClr val="accent2"/>
        </a:effectRef>
        <a:fontRef idx="minor">
          <a:schemeClr val="dk1"/>
        </a:fontRef>
      </dsp:style>
      <dsp:txBody>
        <a:bodyPr spcFirstLastPara="0" vert="horz" wrap="square" lIns="63246" tIns="63246" rIns="63246" bIns="63246" numCol="1" spcCol="1270" anchor="ctr" anchorCtr="0">
          <a:noAutofit/>
        </a:bodyPr>
        <a:lstStyle/>
        <a:p>
          <a:pPr marL="0" lvl="0" indent="0" algn="l" defTabSz="622300">
            <a:lnSpc>
              <a:spcPct val="90000"/>
            </a:lnSpc>
            <a:spcBef>
              <a:spcPct val="0"/>
            </a:spcBef>
            <a:spcAft>
              <a:spcPct val="35000"/>
            </a:spcAft>
            <a:buNone/>
          </a:pPr>
          <a:r>
            <a:rPr lang="en-US" sz="1400" kern="1200" dirty="0">
              <a:latin typeface="Arial "/>
            </a:rPr>
            <a:t>Social media platforms host millions of posts daily, but engagement levels vary widely across content (CNBC, 2023)</a:t>
          </a:r>
        </a:p>
      </dsp:txBody>
      <dsp:txXfrm>
        <a:off x="690228" y="1707"/>
        <a:ext cx="10053971" cy="597600"/>
      </dsp:txXfrm>
    </dsp:sp>
    <dsp:sp modelId="{709218DC-CE83-4D34-B4B7-CF6BF283A7B6}">
      <dsp:nvSpPr>
        <dsp:cNvPr id="0" name=""/>
        <dsp:cNvSpPr/>
      </dsp:nvSpPr>
      <dsp:spPr>
        <a:xfrm>
          <a:off x="0" y="748707"/>
          <a:ext cx="10744200" cy="850032"/>
        </a:xfrm>
        <a:prstGeom prst="roundRect">
          <a:avLst>
            <a:gd name="adj" fmla="val 10000"/>
          </a:avLst>
        </a:prstGeom>
        <a:solidFill>
          <a:schemeClr val="lt1"/>
        </a:solidFill>
        <a:ln w="12700" cap="flat" cmpd="sng" algn="ctr">
          <a:solidFill>
            <a:schemeClr val="accent2"/>
          </a:solidFill>
          <a:prstDash val="solid"/>
          <a:miter lim="800000"/>
        </a:ln>
        <a:effectLst/>
      </dsp:spPr>
      <dsp:style>
        <a:lnRef idx="2">
          <a:schemeClr val="accent2"/>
        </a:lnRef>
        <a:fillRef idx="1">
          <a:schemeClr val="lt1"/>
        </a:fillRef>
        <a:effectRef idx="0">
          <a:schemeClr val="accent2"/>
        </a:effectRef>
        <a:fontRef idx="minor">
          <a:schemeClr val="dk1"/>
        </a:fontRef>
      </dsp:style>
    </dsp:sp>
    <dsp:sp modelId="{F3B6E1EA-7DFE-49BB-B209-9B284901E971}">
      <dsp:nvSpPr>
        <dsp:cNvPr id="0" name=""/>
        <dsp:cNvSpPr/>
      </dsp:nvSpPr>
      <dsp:spPr>
        <a:xfrm>
          <a:off x="180774" y="1009383"/>
          <a:ext cx="328680" cy="32868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86DC91F-507A-488D-BE92-151BC012D005}">
      <dsp:nvSpPr>
        <dsp:cNvPr id="0" name=""/>
        <dsp:cNvSpPr/>
      </dsp:nvSpPr>
      <dsp:spPr>
        <a:xfrm>
          <a:off x="690228" y="758089"/>
          <a:ext cx="10053971" cy="831268"/>
        </a:xfrm>
        <a:prstGeom prst="rect">
          <a:avLst/>
        </a:prstGeom>
        <a:solidFill>
          <a:schemeClr val="lt1"/>
        </a:solidFill>
        <a:ln w="12700" cap="flat" cmpd="sng" algn="ctr">
          <a:solidFill>
            <a:schemeClr val="accent2"/>
          </a:solidFill>
          <a:prstDash val="solid"/>
          <a:miter lim="800000"/>
        </a:ln>
        <a:effectLst/>
      </dsp:spPr>
      <dsp:style>
        <a:lnRef idx="2">
          <a:schemeClr val="accent2"/>
        </a:lnRef>
        <a:fillRef idx="1">
          <a:schemeClr val="lt1"/>
        </a:fillRef>
        <a:effectRef idx="0">
          <a:schemeClr val="accent2"/>
        </a:effectRef>
        <a:fontRef idx="minor">
          <a:schemeClr val="dk1"/>
        </a:fontRef>
      </dsp:style>
      <dsp:txBody>
        <a:bodyPr spcFirstLastPara="0" vert="horz" wrap="square" lIns="63246" tIns="63246" rIns="63246" bIns="63246" numCol="1" spcCol="1270" anchor="ctr" anchorCtr="0">
          <a:noAutofit/>
        </a:bodyPr>
        <a:lstStyle/>
        <a:p>
          <a:pPr marL="0" lvl="0" indent="0" algn="l" defTabSz="622300">
            <a:lnSpc>
              <a:spcPct val="90000"/>
            </a:lnSpc>
            <a:spcBef>
              <a:spcPct val="0"/>
            </a:spcBef>
            <a:spcAft>
              <a:spcPct val="35000"/>
            </a:spcAft>
            <a:buNone/>
          </a:pPr>
          <a:r>
            <a:rPr lang="en-US" sz="1400" b="1" kern="1200" dirty="0">
              <a:solidFill>
                <a:srgbClr val="002248"/>
              </a:solidFill>
              <a:latin typeface="Arial "/>
              <a:cs typeface="Arial" panose="020B0604020202020204" pitchFamily="34" charset="0"/>
            </a:rPr>
            <a:t>Problem Statement</a:t>
          </a:r>
          <a:r>
            <a:rPr lang="en-US" sz="1400" b="1" kern="1200" dirty="0">
              <a:latin typeface="Arial "/>
              <a:cs typeface="Arial" panose="020B0604020202020204" pitchFamily="34" charset="0"/>
            </a:rPr>
            <a:t>:</a:t>
          </a:r>
          <a:r>
            <a:rPr lang="en-US" sz="1400" kern="1200" dirty="0">
              <a:latin typeface="Arial "/>
              <a:cs typeface="Arial" panose="020B0604020202020204" pitchFamily="34" charset="0"/>
            </a:rPr>
            <a:t> Creators and brands lack consistent, data driven guidance on which post features, </a:t>
          </a:r>
          <a:r>
            <a:rPr lang="en-US" sz="1400" i="0" kern="1200" dirty="0">
              <a:latin typeface="Arial "/>
              <a:cs typeface="Arial" panose="020B0604020202020204" pitchFamily="34" charset="0"/>
            </a:rPr>
            <a:t>such as </a:t>
          </a:r>
          <a:r>
            <a:rPr lang="en-US" sz="1400" b="0" i="0" kern="1200" dirty="0">
              <a:latin typeface="Arial "/>
            </a:rPr>
            <a:t>content type, hashtags, platform and region, reliably increase engagement across social media platforms, even though  research shows that these factors strongly influence user engagement.</a:t>
          </a:r>
          <a:r>
            <a:rPr lang="en-US" sz="1400" b="1" i="0" kern="1200" dirty="0">
              <a:latin typeface="Arial "/>
            </a:rPr>
            <a:t> </a:t>
          </a:r>
          <a:r>
            <a:rPr lang="en-US" sz="1400" i="0" kern="1200" dirty="0">
              <a:latin typeface="Arial "/>
            </a:rPr>
            <a:t>(Islam et al., 2020: Wang &amp; Sun 2022)</a:t>
          </a:r>
          <a:endParaRPr lang="en-US" sz="1400" i="0" kern="1200" dirty="0">
            <a:latin typeface="Arial "/>
            <a:cs typeface="Arial" panose="020B0604020202020204" pitchFamily="34" charset="0"/>
          </a:endParaRPr>
        </a:p>
      </dsp:txBody>
      <dsp:txXfrm>
        <a:off x="690228" y="758089"/>
        <a:ext cx="10053971" cy="831268"/>
      </dsp:txXfrm>
    </dsp:sp>
    <dsp:sp modelId="{6297172D-1DDB-4AFC-B4C3-1D26FC99E1F8}">
      <dsp:nvSpPr>
        <dsp:cNvPr id="0" name=""/>
        <dsp:cNvSpPr/>
      </dsp:nvSpPr>
      <dsp:spPr>
        <a:xfrm>
          <a:off x="0" y="1748140"/>
          <a:ext cx="10744200" cy="597600"/>
        </a:xfrm>
        <a:prstGeom prst="roundRect">
          <a:avLst>
            <a:gd name="adj" fmla="val 10000"/>
          </a:avLst>
        </a:prstGeom>
        <a:solidFill>
          <a:schemeClr val="lt1"/>
        </a:solidFill>
        <a:ln w="12700" cap="flat" cmpd="sng" algn="ctr">
          <a:solidFill>
            <a:schemeClr val="accent2"/>
          </a:solidFill>
          <a:prstDash val="solid"/>
          <a:miter lim="800000"/>
        </a:ln>
        <a:effectLst/>
      </dsp:spPr>
      <dsp:style>
        <a:lnRef idx="2">
          <a:schemeClr val="accent2"/>
        </a:lnRef>
        <a:fillRef idx="1">
          <a:schemeClr val="lt1"/>
        </a:fillRef>
        <a:effectRef idx="0">
          <a:schemeClr val="accent2"/>
        </a:effectRef>
        <a:fontRef idx="minor">
          <a:schemeClr val="dk1"/>
        </a:fontRef>
      </dsp:style>
    </dsp:sp>
    <dsp:sp modelId="{057E2BD9-91C5-41FE-8121-2F369CBE5366}">
      <dsp:nvSpPr>
        <dsp:cNvPr id="0" name=""/>
        <dsp:cNvSpPr/>
      </dsp:nvSpPr>
      <dsp:spPr>
        <a:xfrm>
          <a:off x="180774" y="1882600"/>
          <a:ext cx="328680" cy="32868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0CFF8C7-AE3B-49ED-83F9-9B45D98BB282}">
      <dsp:nvSpPr>
        <dsp:cNvPr id="0" name=""/>
        <dsp:cNvSpPr/>
      </dsp:nvSpPr>
      <dsp:spPr>
        <a:xfrm>
          <a:off x="690228" y="1748140"/>
          <a:ext cx="10053971" cy="597600"/>
        </a:xfrm>
        <a:prstGeom prst="rect">
          <a:avLst/>
        </a:prstGeom>
        <a:solidFill>
          <a:schemeClr val="lt1"/>
        </a:solidFill>
        <a:ln w="12700" cap="flat" cmpd="sng" algn="ctr">
          <a:solidFill>
            <a:schemeClr val="accent2"/>
          </a:solidFill>
          <a:prstDash val="solid"/>
          <a:miter lim="800000"/>
        </a:ln>
        <a:effectLst/>
      </dsp:spPr>
      <dsp:style>
        <a:lnRef idx="2">
          <a:schemeClr val="accent2"/>
        </a:lnRef>
        <a:fillRef idx="1">
          <a:schemeClr val="lt1"/>
        </a:fillRef>
        <a:effectRef idx="0">
          <a:schemeClr val="accent2"/>
        </a:effectRef>
        <a:fontRef idx="minor">
          <a:schemeClr val="dk1"/>
        </a:fontRef>
      </dsp:style>
      <dsp:txBody>
        <a:bodyPr spcFirstLastPara="0" vert="horz" wrap="square" lIns="63246" tIns="63246" rIns="63246" bIns="63246" numCol="1" spcCol="1270" anchor="ctr" anchorCtr="0">
          <a:noAutofit/>
        </a:bodyPr>
        <a:lstStyle/>
        <a:p>
          <a:pPr marL="0" lvl="0" indent="0" algn="l" defTabSz="622300">
            <a:lnSpc>
              <a:spcPct val="90000"/>
            </a:lnSpc>
            <a:spcBef>
              <a:spcPct val="0"/>
            </a:spcBef>
            <a:spcAft>
              <a:spcPct val="35000"/>
            </a:spcAft>
            <a:buNone/>
          </a:pPr>
          <a:r>
            <a:rPr lang="en-US" sz="1400" b="1" kern="1200" dirty="0">
              <a:solidFill>
                <a:srgbClr val="002248"/>
              </a:solidFill>
              <a:latin typeface="Arial "/>
            </a:rPr>
            <a:t>Importance:</a:t>
          </a:r>
          <a:r>
            <a:rPr lang="en-US" sz="1400" kern="1200" dirty="0">
              <a:solidFill>
                <a:srgbClr val="002248"/>
              </a:solidFill>
              <a:latin typeface="Arial "/>
            </a:rPr>
            <a:t> </a:t>
          </a:r>
          <a:r>
            <a:rPr lang="en-US" sz="1400" kern="1200" dirty="0">
              <a:latin typeface="Arial "/>
            </a:rPr>
            <a:t>Understanding these engagement drivers can help creators, businesses, and marketers make better content strategy decisions, improve reach, and invest resources more effectively.</a:t>
          </a:r>
        </a:p>
      </dsp:txBody>
      <dsp:txXfrm>
        <a:off x="690228" y="1748140"/>
        <a:ext cx="10053971" cy="597600"/>
      </dsp:txXfrm>
    </dsp:sp>
    <dsp:sp modelId="{20AF1CA6-ECF4-4799-B20C-6D8264BDF75D}">
      <dsp:nvSpPr>
        <dsp:cNvPr id="0" name=""/>
        <dsp:cNvSpPr/>
      </dsp:nvSpPr>
      <dsp:spPr>
        <a:xfrm>
          <a:off x="0" y="2495141"/>
          <a:ext cx="10744200" cy="597600"/>
        </a:xfrm>
        <a:prstGeom prst="roundRect">
          <a:avLst>
            <a:gd name="adj" fmla="val 10000"/>
          </a:avLst>
        </a:prstGeom>
        <a:solidFill>
          <a:schemeClr val="lt1"/>
        </a:solidFill>
        <a:ln w="12700" cap="flat" cmpd="sng" algn="ctr">
          <a:solidFill>
            <a:schemeClr val="accent2"/>
          </a:solidFill>
          <a:prstDash val="solid"/>
          <a:miter lim="800000"/>
        </a:ln>
        <a:effectLst/>
      </dsp:spPr>
      <dsp:style>
        <a:lnRef idx="2">
          <a:schemeClr val="accent2"/>
        </a:lnRef>
        <a:fillRef idx="1">
          <a:schemeClr val="lt1"/>
        </a:fillRef>
        <a:effectRef idx="0">
          <a:schemeClr val="accent2"/>
        </a:effectRef>
        <a:fontRef idx="minor">
          <a:schemeClr val="dk1"/>
        </a:fontRef>
      </dsp:style>
    </dsp:sp>
    <dsp:sp modelId="{D13647F4-4F49-4C7E-9884-D8B32F3FDB77}">
      <dsp:nvSpPr>
        <dsp:cNvPr id="0" name=""/>
        <dsp:cNvSpPr/>
      </dsp:nvSpPr>
      <dsp:spPr>
        <a:xfrm>
          <a:off x="180774" y="2629601"/>
          <a:ext cx="328680" cy="32868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5DEDA93-D23F-4964-AB60-1BC84FF5D6ED}">
      <dsp:nvSpPr>
        <dsp:cNvPr id="0" name=""/>
        <dsp:cNvSpPr/>
      </dsp:nvSpPr>
      <dsp:spPr>
        <a:xfrm>
          <a:off x="690228" y="2495141"/>
          <a:ext cx="10053971" cy="597600"/>
        </a:xfrm>
        <a:prstGeom prst="rect">
          <a:avLst/>
        </a:prstGeom>
        <a:solidFill>
          <a:schemeClr val="lt1"/>
        </a:solidFill>
        <a:ln w="12700" cap="flat" cmpd="sng" algn="ctr">
          <a:solidFill>
            <a:schemeClr val="accent2"/>
          </a:solidFill>
          <a:prstDash val="solid"/>
          <a:miter lim="800000"/>
        </a:ln>
        <a:effectLst/>
      </dsp:spPr>
      <dsp:style>
        <a:lnRef idx="2">
          <a:schemeClr val="accent2"/>
        </a:lnRef>
        <a:fillRef idx="1">
          <a:schemeClr val="lt1"/>
        </a:fillRef>
        <a:effectRef idx="0">
          <a:schemeClr val="accent2"/>
        </a:effectRef>
        <a:fontRef idx="minor">
          <a:schemeClr val="dk1"/>
        </a:fontRef>
      </dsp:style>
      <dsp:txBody>
        <a:bodyPr spcFirstLastPara="0" vert="horz" wrap="square" lIns="63246" tIns="63246" rIns="63246" bIns="63246" numCol="1" spcCol="1270" anchor="ctr" anchorCtr="0">
          <a:noAutofit/>
        </a:bodyPr>
        <a:lstStyle/>
        <a:p>
          <a:pPr marL="0" lvl="0" indent="0" algn="l" defTabSz="622300">
            <a:lnSpc>
              <a:spcPct val="90000"/>
            </a:lnSpc>
            <a:spcBef>
              <a:spcPct val="0"/>
            </a:spcBef>
            <a:spcAft>
              <a:spcPct val="35000"/>
            </a:spcAft>
            <a:buNone/>
          </a:pPr>
          <a:r>
            <a:rPr lang="en-US" sz="1400" kern="1200" dirty="0">
              <a:latin typeface="Arial "/>
            </a:rPr>
            <a:t>This project analyzes how </a:t>
          </a:r>
          <a:r>
            <a:rPr lang="en-US" sz="1400" b="1" kern="1200" dirty="0">
              <a:solidFill>
                <a:srgbClr val="002248"/>
              </a:solidFill>
              <a:latin typeface="Arial "/>
            </a:rPr>
            <a:t>content type, platform, hashtags, and region</a:t>
          </a:r>
          <a:r>
            <a:rPr lang="en-US" sz="1400" kern="1200" dirty="0">
              <a:solidFill>
                <a:srgbClr val="002248"/>
              </a:solidFill>
              <a:latin typeface="Arial "/>
            </a:rPr>
            <a:t> </a:t>
          </a:r>
          <a:r>
            <a:rPr lang="en-US" sz="1400" kern="1200" dirty="0">
              <a:latin typeface="Arial "/>
            </a:rPr>
            <a:t>relate to engagement in viral posts</a:t>
          </a:r>
          <a:r>
            <a:rPr lang="en-US" sz="1400" kern="1200" dirty="0"/>
            <a:t>.</a:t>
          </a:r>
        </a:p>
      </dsp:txBody>
      <dsp:txXfrm>
        <a:off x="690228" y="2495141"/>
        <a:ext cx="10053971" cy="597600"/>
      </dsp:txXfrm>
    </dsp:sp>
    <dsp:sp modelId="{EB167B54-B0AE-4B48-8F4D-25A50224FEF2}">
      <dsp:nvSpPr>
        <dsp:cNvPr id="0" name=""/>
        <dsp:cNvSpPr/>
      </dsp:nvSpPr>
      <dsp:spPr>
        <a:xfrm>
          <a:off x="0" y="3242141"/>
          <a:ext cx="10744200" cy="597600"/>
        </a:xfrm>
        <a:prstGeom prst="roundRect">
          <a:avLst>
            <a:gd name="adj" fmla="val 10000"/>
          </a:avLst>
        </a:prstGeom>
        <a:solidFill>
          <a:schemeClr val="lt1"/>
        </a:solidFill>
        <a:ln w="12700" cap="flat" cmpd="sng" algn="ctr">
          <a:solidFill>
            <a:schemeClr val="accent2"/>
          </a:solidFill>
          <a:prstDash val="solid"/>
          <a:miter lim="800000"/>
        </a:ln>
        <a:effectLst/>
      </dsp:spPr>
      <dsp:style>
        <a:lnRef idx="2">
          <a:schemeClr val="accent2"/>
        </a:lnRef>
        <a:fillRef idx="1">
          <a:schemeClr val="lt1"/>
        </a:fillRef>
        <a:effectRef idx="0">
          <a:schemeClr val="accent2"/>
        </a:effectRef>
        <a:fontRef idx="minor">
          <a:schemeClr val="dk1"/>
        </a:fontRef>
      </dsp:style>
    </dsp:sp>
    <dsp:sp modelId="{F21E7A66-6A41-4905-90A8-701C2836FD46}">
      <dsp:nvSpPr>
        <dsp:cNvPr id="0" name=""/>
        <dsp:cNvSpPr/>
      </dsp:nvSpPr>
      <dsp:spPr>
        <a:xfrm>
          <a:off x="180774" y="3376601"/>
          <a:ext cx="328680" cy="32868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C24AA0A-1636-4DA8-9012-C12E94602102}">
      <dsp:nvSpPr>
        <dsp:cNvPr id="0" name=""/>
        <dsp:cNvSpPr/>
      </dsp:nvSpPr>
      <dsp:spPr>
        <a:xfrm>
          <a:off x="690228" y="3242141"/>
          <a:ext cx="10053971" cy="597600"/>
        </a:xfrm>
        <a:prstGeom prst="rect">
          <a:avLst/>
        </a:prstGeom>
        <a:solidFill>
          <a:schemeClr val="lt1"/>
        </a:solidFill>
        <a:ln w="12700" cap="flat" cmpd="sng" algn="ctr">
          <a:solidFill>
            <a:schemeClr val="accent2"/>
          </a:solidFill>
          <a:prstDash val="solid"/>
          <a:miter lim="800000"/>
        </a:ln>
        <a:effectLst/>
      </dsp:spPr>
      <dsp:style>
        <a:lnRef idx="2">
          <a:schemeClr val="accent2"/>
        </a:lnRef>
        <a:fillRef idx="1">
          <a:schemeClr val="lt1"/>
        </a:fillRef>
        <a:effectRef idx="0">
          <a:schemeClr val="accent2"/>
        </a:effectRef>
        <a:fontRef idx="minor">
          <a:schemeClr val="dk1"/>
        </a:fontRef>
      </dsp:style>
      <dsp:txBody>
        <a:bodyPr spcFirstLastPara="0" vert="horz" wrap="square" lIns="63246" tIns="63246" rIns="63246" bIns="63246" numCol="1" spcCol="1270" anchor="ctr" anchorCtr="0">
          <a:noAutofit/>
        </a:bodyPr>
        <a:lstStyle/>
        <a:p>
          <a:pPr marL="0" lvl="0" indent="0" algn="l" defTabSz="622300">
            <a:lnSpc>
              <a:spcPct val="90000"/>
            </a:lnSpc>
            <a:spcBef>
              <a:spcPct val="0"/>
            </a:spcBef>
            <a:spcAft>
              <a:spcPct val="35000"/>
            </a:spcAft>
            <a:buNone/>
          </a:pPr>
          <a:r>
            <a:rPr lang="en-US" sz="1400" b="1" kern="1200" dirty="0">
              <a:solidFill>
                <a:srgbClr val="002248"/>
              </a:solidFill>
              <a:latin typeface="Arial "/>
            </a:rPr>
            <a:t>Goal:</a:t>
          </a:r>
          <a:r>
            <a:rPr lang="en-US" sz="1400" kern="1200" dirty="0">
              <a:solidFill>
                <a:srgbClr val="002248"/>
              </a:solidFill>
              <a:latin typeface="Arial "/>
            </a:rPr>
            <a:t> </a:t>
          </a:r>
          <a:r>
            <a:rPr lang="en-US" sz="1400" kern="1200" dirty="0">
              <a:latin typeface="Arial "/>
            </a:rPr>
            <a:t>Identify consistent patterns that explain what makes certain posts perform better than others across major platforms.</a:t>
          </a:r>
        </a:p>
      </dsp:txBody>
      <dsp:txXfrm>
        <a:off x="690228" y="3242141"/>
        <a:ext cx="10053971" cy="5976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2BDB6C-7338-46AA-B958-E6C5191C4BCF}">
      <dsp:nvSpPr>
        <dsp:cNvPr id="0" name=""/>
        <dsp:cNvSpPr/>
      </dsp:nvSpPr>
      <dsp:spPr>
        <a:xfrm>
          <a:off x="0" y="389"/>
          <a:ext cx="3021136" cy="1208454"/>
        </a:xfrm>
        <a:prstGeom prst="rect">
          <a:avLst/>
        </a:prstGeom>
        <a:solidFill>
          <a:srgbClr val="FFBD47"/>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5168" tIns="260096" rIns="455168" bIns="260096" numCol="1" spcCol="1270" anchor="ctr" anchorCtr="0">
          <a:noAutofit/>
        </a:bodyPr>
        <a:lstStyle/>
        <a:p>
          <a:pPr marL="0" lvl="0" indent="0" algn="ctr" defTabSz="2844800">
            <a:lnSpc>
              <a:spcPct val="90000"/>
            </a:lnSpc>
            <a:spcBef>
              <a:spcPct val="0"/>
            </a:spcBef>
            <a:spcAft>
              <a:spcPct val="35000"/>
            </a:spcAft>
            <a:buNone/>
          </a:pPr>
          <a:endParaRPr lang="en-US" sz="6400" kern="1200"/>
        </a:p>
      </dsp:txBody>
      <dsp:txXfrm>
        <a:off x="0" y="389"/>
        <a:ext cx="3021136" cy="1208454"/>
      </dsp:txXfrm>
    </dsp:sp>
    <dsp:sp modelId="{7FECC854-4E79-44C9-B365-9294FFE241D4}">
      <dsp:nvSpPr>
        <dsp:cNvPr id="0" name=""/>
        <dsp:cNvSpPr/>
      </dsp:nvSpPr>
      <dsp:spPr>
        <a:xfrm>
          <a:off x="9624" y="1305972"/>
          <a:ext cx="3021136" cy="3257163"/>
        </a:xfrm>
        <a:prstGeom prst="rect">
          <a:avLst/>
        </a:prstGeom>
        <a:solidFill>
          <a:schemeClr val="lt1"/>
        </a:solidFill>
        <a:ln w="12700" cap="flat" cmpd="sng" algn="ctr">
          <a:solidFill>
            <a:schemeClr val="accent2"/>
          </a:solidFill>
          <a:prstDash val="solid"/>
          <a:miter lim="800000"/>
        </a:ln>
        <a:effectLst/>
      </dsp:spPr>
      <dsp:style>
        <a:lnRef idx="2">
          <a:schemeClr val="accent2"/>
        </a:lnRef>
        <a:fillRef idx="1">
          <a:schemeClr val="lt1"/>
        </a:fillRef>
        <a:effectRef idx="0">
          <a:schemeClr val="accent2"/>
        </a:effectRef>
        <a:fontRef idx="minor">
          <a:schemeClr val="dk1"/>
        </a:fontRef>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None/>
          </a:pPr>
          <a:endParaRPr lang="en-US" sz="1400" kern="1200"/>
        </a:p>
      </dsp:txBody>
      <dsp:txXfrm>
        <a:off x="9624" y="1305972"/>
        <a:ext cx="3021136" cy="3257163"/>
      </dsp:txXfrm>
    </dsp:sp>
    <dsp:sp modelId="{7E9FAA2A-FA4F-4D13-B05A-CBADF4029CCF}">
      <dsp:nvSpPr>
        <dsp:cNvPr id="0" name=""/>
        <dsp:cNvSpPr/>
      </dsp:nvSpPr>
      <dsp:spPr>
        <a:xfrm>
          <a:off x="3437707" y="0"/>
          <a:ext cx="3021136" cy="1208454"/>
        </a:xfrm>
        <a:prstGeom prst="rect">
          <a:avLst/>
        </a:prstGeom>
        <a:solidFill>
          <a:srgbClr val="FFBD47"/>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5168" tIns="260096" rIns="455168" bIns="260096" numCol="1" spcCol="1270" anchor="ctr" anchorCtr="0">
          <a:noAutofit/>
        </a:bodyPr>
        <a:lstStyle/>
        <a:p>
          <a:pPr marL="0" lvl="0" indent="0" algn="ctr" defTabSz="2844800">
            <a:lnSpc>
              <a:spcPct val="90000"/>
            </a:lnSpc>
            <a:spcBef>
              <a:spcPct val="0"/>
            </a:spcBef>
            <a:spcAft>
              <a:spcPct val="35000"/>
            </a:spcAft>
            <a:buNone/>
          </a:pPr>
          <a:endParaRPr lang="en-US" sz="6400" kern="1200"/>
        </a:p>
      </dsp:txBody>
      <dsp:txXfrm>
        <a:off x="3437707" y="0"/>
        <a:ext cx="3021136" cy="1208454"/>
      </dsp:txXfrm>
    </dsp:sp>
    <dsp:sp modelId="{A2B57D88-38F5-4992-A229-DF51243B649C}">
      <dsp:nvSpPr>
        <dsp:cNvPr id="0" name=""/>
        <dsp:cNvSpPr/>
      </dsp:nvSpPr>
      <dsp:spPr>
        <a:xfrm>
          <a:off x="3475200" y="1299774"/>
          <a:ext cx="3021136" cy="3266776"/>
        </a:xfrm>
        <a:prstGeom prst="rect">
          <a:avLst/>
        </a:prstGeom>
        <a:solidFill>
          <a:schemeClr val="lt1"/>
        </a:solidFill>
        <a:ln w="12700" cap="flat" cmpd="sng" algn="ctr">
          <a:solidFill>
            <a:schemeClr val="accent2"/>
          </a:solidFill>
          <a:prstDash val="solid"/>
          <a:miter lim="800000"/>
        </a:ln>
        <a:effectLst/>
      </dsp:spPr>
      <dsp:style>
        <a:lnRef idx="2">
          <a:schemeClr val="accent2"/>
        </a:lnRef>
        <a:fillRef idx="1">
          <a:schemeClr val="lt1"/>
        </a:fillRef>
        <a:effectRef idx="0">
          <a:schemeClr val="accent2"/>
        </a:effectRef>
        <a:fontRef idx="minor">
          <a:schemeClr val="dk1"/>
        </a:fontRef>
      </dsp:style>
      <dsp:txBody>
        <a:bodyPr spcFirstLastPara="0" vert="horz" wrap="square" lIns="341376" tIns="341376" rIns="455168" bIns="512064" numCol="1" spcCol="1270" anchor="t" anchorCtr="0">
          <a:noAutofit/>
        </a:bodyPr>
        <a:lstStyle/>
        <a:p>
          <a:pPr marL="285750" lvl="1" indent="-285750" algn="l" defTabSz="2844800">
            <a:lnSpc>
              <a:spcPct val="90000"/>
            </a:lnSpc>
            <a:spcBef>
              <a:spcPct val="0"/>
            </a:spcBef>
            <a:spcAft>
              <a:spcPct val="15000"/>
            </a:spcAft>
            <a:buChar char="•"/>
          </a:pPr>
          <a:endParaRPr lang="en-US" sz="6400" kern="1200"/>
        </a:p>
      </dsp:txBody>
      <dsp:txXfrm>
        <a:off x="3475200" y="1299774"/>
        <a:ext cx="3021136" cy="3266776"/>
      </dsp:txXfrm>
    </dsp:sp>
    <dsp:sp modelId="{E2F40DCB-4841-465C-9042-2641AE72635E}">
      <dsp:nvSpPr>
        <dsp:cNvPr id="0" name=""/>
        <dsp:cNvSpPr/>
      </dsp:nvSpPr>
      <dsp:spPr>
        <a:xfrm>
          <a:off x="6884582" y="0"/>
          <a:ext cx="3021136" cy="1208454"/>
        </a:xfrm>
        <a:prstGeom prst="rect">
          <a:avLst/>
        </a:prstGeom>
        <a:solidFill>
          <a:srgbClr val="FFBD47"/>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5168" tIns="260096" rIns="455168" bIns="260096" numCol="1" spcCol="1270" anchor="ctr" anchorCtr="0">
          <a:noAutofit/>
        </a:bodyPr>
        <a:lstStyle/>
        <a:p>
          <a:pPr marL="0" lvl="0" indent="0" algn="ctr" defTabSz="2844800">
            <a:lnSpc>
              <a:spcPct val="90000"/>
            </a:lnSpc>
            <a:spcBef>
              <a:spcPct val="0"/>
            </a:spcBef>
            <a:spcAft>
              <a:spcPct val="35000"/>
            </a:spcAft>
            <a:buNone/>
          </a:pPr>
          <a:endParaRPr lang="en-US" sz="6400" kern="1200"/>
        </a:p>
      </dsp:txBody>
      <dsp:txXfrm>
        <a:off x="6884582" y="0"/>
        <a:ext cx="3021136" cy="1208454"/>
      </dsp:txXfrm>
    </dsp:sp>
    <dsp:sp modelId="{B95B22F0-0C93-4720-B43B-6C2942B5A780}">
      <dsp:nvSpPr>
        <dsp:cNvPr id="0" name=""/>
        <dsp:cNvSpPr/>
      </dsp:nvSpPr>
      <dsp:spPr>
        <a:xfrm>
          <a:off x="6884582" y="1306416"/>
          <a:ext cx="3021136" cy="3312256"/>
        </a:xfrm>
        <a:prstGeom prst="rect">
          <a:avLst/>
        </a:prstGeom>
        <a:solidFill>
          <a:schemeClr val="lt1"/>
        </a:solidFill>
        <a:ln w="12700" cap="flat" cmpd="sng" algn="ctr">
          <a:solidFill>
            <a:schemeClr val="accent2"/>
          </a:solidFill>
          <a:prstDash val="solid"/>
          <a:miter lim="800000"/>
        </a:ln>
        <a:effectLst/>
      </dsp:spPr>
      <dsp:style>
        <a:lnRef idx="2">
          <a:schemeClr val="accent2"/>
        </a:lnRef>
        <a:fillRef idx="1">
          <a:schemeClr val="lt1"/>
        </a:fillRef>
        <a:effectRef idx="0">
          <a:schemeClr val="accent2"/>
        </a:effectRef>
        <a:fontRef idx="minor">
          <a:schemeClr val="dk1"/>
        </a:fontRef>
      </dsp:style>
      <dsp:txBody>
        <a:bodyPr spcFirstLastPara="0" vert="horz" wrap="square" lIns="341376" tIns="341376" rIns="455168" bIns="512064" numCol="1" spcCol="1270" anchor="t" anchorCtr="0">
          <a:noAutofit/>
        </a:bodyPr>
        <a:lstStyle/>
        <a:p>
          <a:pPr marL="285750" lvl="1" indent="-285750" algn="l" defTabSz="2844800">
            <a:lnSpc>
              <a:spcPct val="90000"/>
            </a:lnSpc>
            <a:spcBef>
              <a:spcPct val="0"/>
            </a:spcBef>
            <a:spcAft>
              <a:spcPct val="15000"/>
            </a:spcAft>
            <a:buChar char="•"/>
          </a:pPr>
          <a:endParaRPr lang="en-US" sz="6400" kern="1200"/>
        </a:p>
      </dsp:txBody>
      <dsp:txXfrm>
        <a:off x="6884582" y="1306416"/>
        <a:ext cx="3021136" cy="331225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11FBA2-0848-46CE-BAA4-51B583512621}">
      <dsp:nvSpPr>
        <dsp:cNvPr id="0" name=""/>
        <dsp:cNvSpPr/>
      </dsp:nvSpPr>
      <dsp:spPr>
        <a:xfrm>
          <a:off x="6157" y="50466"/>
          <a:ext cx="2757002" cy="911346"/>
        </a:xfrm>
        <a:prstGeom prst="roundRect">
          <a:avLst>
            <a:gd name="adj" fmla="val 10000"/>
          </a:avLst>
        </a:prstGeom>
        <a:solidFill>
          <a:srgbClr val="FFBD47"/>
        </a:solidFill>
        <a:ln w="12700" cap="flat" cmpd="sng" algn="ctr">
          <a:solidFill>
            <a:schemeClr val="accent2">
              <a:shade val="15000"/>
            </a:schemeClr>
          </a:solidFill>
          <a:prstDash val="solid"/>
          <a:miter lim="800000"/>
        </a:ln>
        <a:effectLst/>
      </dsp:spPr>
      <dsp:style>
        <a:lnRef idx="2">
          <a:schemeClr val="accent2">
            <a:shade val="15000"/>
          </a:schemeClr>
        </a:lnRef>
        <a:fillRef idx="1">
          <a:schemeClr val="accent2"/>
        </a:fillRef>
        <a:effectRef idx="0">
          <a:schemeClr val="accent2"/>
        </a:effectRef>
        <a:fontRef idx="minor">
          <a:schemeClr val="lt1"/>
        </a:fontRef>
      </dsp:style>
      <dsp:txBody>
        <a:bodyPr spcFirstLastPara="0" vert="horz" wrap="square" lIns="99060" tIns="66040" rIns="99060" bIns="66040" numCol="1" spcCol="1270" anchor="ctr" anchorCtr="0">
          <a:noAutofit/>
        </a:bodyPr>
        <a:lstStyle/>
        <a:p>
          <a:pPr marL="0" lvl="0" indent="0" algn="ctr" defTabSz="2311400">
            <a:lnSpc>
              <a:spcPct val="90000"/>
            </a:lnSpc>
            <a:spcBef>
              <a:spcPct val="0"/>
            </a:spcBef>
            <a:spcAft>
              <a:spcPct val="35000"/>
            </a:spcAft>
            <a:buNone/>
          </a:pPr>
          <a:endParaRPr lang="en-US" sz="5200" b="0" kern="1200"/>
        </a:p>
      </dsp:txBody>
      <dsp:txXfrm>
        <a:off x="32849" y="77158"/>
        <a:ext cx="2703618" cy="857962"/>
      </dsp:txXfrm>
    </dsp:sp>
    <dsp:sp modelId="{93BEA12D-DD21-4B1C-9E7E-5FEB9F40D27E}">
      <dsp:nvSpPr>
        <dsp:cNvPr id="0" name=""/>
        <dsp:cNvSpPr/>
      </dsp:nvSpPr>
      <dsp:spPr>
        <a:xfrm>
          <a:off x="281857" y="961812"/>
          <a:ext cx="217855" cy="1903951"/>
        </a:xfrm>
        <a:custGeom>
          <a:avLst/>
          <a:gdLst/>
          <a:ahLst/>
          <a:cxnLst/>
          <a:rect l="0" t="0" r="0" b="0"/>
          <a:pathLst>
            <a:path>
              <a:moveTo>
                <a:pt x="0" y="0"/>
              </a:moveTo>
              <a:lnTo>
                <a:pt x="0" y="1903951"/>
              </a:lnTo>
              <a:lnTo>
                <a:pt x="217855" y="1903951"/>
              </a:lnTo>
            </a:path>
          </a:pathLst>
        </a:custGeom>
        <a:noFill/>
        <a:ln w="31750" cap="flat" cmpd="sng" algn="ctr">
          <a:solidFill>
            <a:srgbClr val="FFC000"/>
          </a:solidFill>
          <a:prstDash val="solid"/>
          <a:miter lim="800000"/>
        </a:ln>
        <a:effectLst/>
      </dsp:spPr>
      <dsp:style>
        <a:lnRef idx="2">
          <a:scrgbClr r="0" g="0" b="0"/>
        </a:lnRef>
        <a:fillRef idx="0">
          <a:scrgbClr r="0" g="0" b="0"/>
        </a:fillRef>
        <a:effectRef idx="0">
          <a:scrgbClr r="0" g="0" b="0"/>
        </a:effectRef>
        <a:fontRef idx="minor"/>
      </dsp:style>
    </dsp:sp>
    <dsp:sp modelId="{EAC045E2-7DB9-4C22-AEC6-32573668D564}">
      <dsp:nvSpPr>
        <dsp:cNvPr id="0" name=""/>
        <dsp:cNvSpPr/>
      </dsp:nvSpPr>
      <dsp:spPr>
        <a:xfrm>
          <a:off x="499713" y="1271676"/>
          <a:ext cx="3253451" cy="3188174"/>
        </a:xfrm>
        <a:prstGeom prst="roundRect">
          <a:avLst>
            <a:gd name="adj" fmla="val 10000"/>
          </a:avLst>
        </a:prstGeom>
        <a:solidFill>
          <a:schemeClr val="lt1"/>
        </a:solidFill>
        <a:ln w="31750" cap="flat" cmpd="sng" algn="ctr">
          <a:solidFill>
            <a:srgbClr val="FFC000"/>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123825" tIns="82550" rIns="123825" bIns="82550" numCol="1" spcCol="1270" anchor="ctr" anchorCtr="0">
          <a:noAutofit/>
        </a:bodyPr>
        <a:lstStyle/>
        <a:p>
          <a:pPr marL="0" lvl="0" indent="0" algn="ctr" defTabSz="2889250">
            <a:lnSpc>
              <a:spcPct val="90000"/>
            </a:lnSpc>
            <a:spcBef>
              <a:spcPct val="0"/>
            </a:spcBef>
            <a:spcAft>
              <a:spcPct val="35000"/>
            </a:spcAft>
            <a:buNone/>
          </a:pPr>
          <a:endParaRPr lang="en-US" sz="6500" b="0" kern="1200"/>
        </a:p>
      </dsp:txBody>
      <dsp:txXfrm>
        <a:off x="593091" y="1365054"/>
        <a:ext cx="3066695" cy="3001418"/>
      </dsp:txXfrm>
    </dsp:sp>
    <dsp:sp modelId="{B67BA6E8-DEB7-4EB2-9C08-D4097044044F}">
      <dsp:nvSpPr>
        <dsp:cNvPr id="0" name=""/>
        <dsp:cNvSpPr/>
      </dsp:nvSpPr>
      <dsp:spPr>
        <a:xfrm>
          <a:off x="3792375" y="35065"/>
          <a:ext cx="3026358" cy="921370"/>
        </a:xfrm>
        <a:prstGeom prst="roundRect">
          <a:avLst>
            <a:gd name="adj" fmla="val 10000"/>
          </a:avLst>
        </a:prstGeom>
        <a:solidFill>
          <a:srgbClr val="FFBD47"/>
        </a:solidFill>
        <a:ln w="12700" cap="flat" cmpd="sng" algn="ctr">
          <a:solidFill>
            <a:schemeClr val="accent2">
              <a:shade val="15000"/>
            </a:schemeClr>
          </a:solidFill>
          <a:prstDash val="solid"/>
          <a:miter lim="800000"/>
        </a:ln>
        <a:effectLst/>
      </dsp:spPr>
      <dsp:style>
        <a:lnRef idx="2">
          <a:schemeClr val="accent2">
            <a:shade val="15000"/>
          </a:schemeClr>
        </a:lnRef>
        <a:fillRef idx="1">
          <a:schemeClr val="accent2"/>
        </a:fillRef>
        <a:effectRef idx="0">
          <a:schemeClr val="accent2"/>
        </a:effectRef>
        <a:fontRef idx="minor">
          <a:schemeClr val="lt1"/>
        </a:fontRef>
      </dsp:style>
      <dsp:txBody>
        <a:bodyPr spcFirstLastPara="0" vert="horz" wrap="square" lIns="100965" tIns="67310" rIns="100965" bIns="67310" numCol="1" spcCol="1270" anchor="ctr" anchorCtr="0">
          <a:noAutofit/>
        </a:bodyPr>
        <a:lstStyle/>
        <a:p>
          <a:pPr marL="0" lvl="0" indent="0" algn="ctr" defTabSz="2355850">
            <a:lnSpc>
              <a:spcPct val="90000"/>
            </a:lnSpc>
            <a:spcBef>
              <a:spcPct val="0"/>
            </a:spcBef>
            <a:spcAft>
              <a:spcPct val="35000"/>
            </a:spcAft>
            <a:buNone/>
          </a:pPr>
          <a:endParaRPr lang="en-US" sz="5300" b="0" kern="1200"/>
        </a:p>
      </dsp:txBody>
      <dsp:txXfrm>
        <a:off x="3819361" y="62051"/>
        <a:ext cx="2972386" cy="867398"/>
      </dsp:txXfrm>
    </dsp:sp>
    <dsp:sp modelId="{36CAC799-85BE-42D5-86BA-9319720C1018}">
      <dsp:nvSpPr>
        <dsp:cNvPr id="0" name=""/>
        <dsp:cNvSpPr/>
      </dsp:nvSpPr>
      <dsp:spPr>
        <a:xfrm>
          <a:off x="4095011" y="956436"/>
          <a:ext cx="214539" cy="2279759"/>
        </a:xfrm>
        <a:custGeom>
          <a:avLst/>
          <a:gdLst/>
          <a:ahLst/>
          <a:cxnLst/>
          <a:rect l="0" t="0" r="0" b="0"/>
          <a:pathLst>
            <a:path>
              <a:moveTo>
                <a:pt x="0" y="0"/>
              </a:moveTo>
              <a:lnTo>
                <a:pt x="0" y="2279759"/>
              </a:lnTo>
              <a:lnTo>
                <a:pt x="214539" y="2279759"/>
              </a:lnTo>
            </a:path>
          </a:pathLst>
        </a:custGeom>
        <a:noFill/>
        <a:ln w="31750" cap="flat" cmpd="sng" algn="ctr">
          <a:solidFill>
            <a:srgbClr val="FFC000"/>
          </a:solidFill>
          <a:prstDash val="solid"/>
          <a:miter lim="800000"/>
        </a:ln>
        <a:effectLst/>
      </dsp:spPr>
      <dsp:style>
        <a:lnRef idx="2">
          <a:scrgbClr r="0" g="0" b="0"/>
        </a:lnRef>
        <a:fillRef idx="0">
          <a:scrgbClr r="0" g="0" b="0"/>
        </a:fillRef>
        <a:effectRef idx="0">
          <a:scrgbClr r="0" g="0" b="0"/>
        </a:effectRef>
        <a:fontRef idx="minor"/>
      </dsp:style>
    </dsp:sp>
    <dsp:sp modelId="{0F56DC3C-C7A6-4140-B11E-69F9C56BFC9D}">
      <dsp:nvSpPr>
        <dsp:cNvPr id="0" name=""/>
        <dsp:cNvSpPr/>
      </dsp:nvSpPr>
      <dsp:spPr>
        <a:xfrm>
          <a:off x="4309550" y="1287791"/>
          <a:ext cx="3229047" cy="3896811"/>
        </a:xfrm>
        <a:prstGeom prst="roundRect">
          <a:avLst>
            <a:gd name="adj" fmla="val 10000"/>
          </a:avLst>
        </a:prstGeom>
        <a:solidFill>
          <a:schemeClr val="lt1">
            <a:hueOff val="0"/>
            <a:satOff val="0"/>
            <a:lumOff val="0"/>
          </a:schemeClr>
        </a:solidFill>
        <a:ln w="31750" cap="flat" cmpd="sng" algn="ctr">
          <a:solidFill>
            <a:srgbClr val="FFC000"/>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23825" tIns="82550" rIns="123825"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4404126" y="1382367"/>
        <a:ext cx="3039895" cy="3707659"/>
      </dsp:txXfrm>
    </dsp:sp>
    <dsp:sp modelId="{C81C5E2E-FC46-4BCD-9361-A5E418CEC004}">
      <dsp:nvSpPr>
        <dsp:cNvPr id="0" name=""/>
        <dsp:cNvSpPr/>
      </dsp:nvSpPr>
      <dsp:spPr>
        <a:xfrm>
          <a:off x="7542254" y="0"/>
          <a:ext cx="2769771" cy="904836"/>
        </a:xfrm>
        <a:prstGeom prst="roundRect">
          <a:avLst>
            <a:gd name="adj" fmla="val 10000"/>
          </a:avLst>
        </a:prstGeom>
        <a:solidFill>
          <a:srgbClr val="FFBD47"/>
        </a:solidFill>
        <a:ln w="12700" cap="flat" cmpd="sng" algn="ctr">
          <a:solidFill>
            <a:schemeClr val="accent2">
              <a:shade val="15000"/>
            </a:schemeClr>
          </a:solidFill>
          <a:prstDash val="solid"/>
          <a:miter lim="800000"/>
        </a:ln>
        <a:effectLst/>
      </dsp:spPr>
      <dsp:style>
        <a:lnRef idx="2">
          <a:schemeClr val="accent2">
            <a:shade val="15000"/>
          </a:schemeClr>
        </a:lnRef>
        <a:fillRef idx="1">
          <a:schemeClr val="accent2"/>
        </a:fillRef>
        <a:effectRef idx="0">
          <a:schemeClr val="accent2"/>
        </a:effectRef>
        <a:fontRef idx="minor">
          <a:schemeClr val="lt1"/>
        </a:fontRef>
      </dsp:style>
      <dsp:txBody>
        <a:bodyPr spcFirstLastPara="0" vert="horz" wrap="square" lIns="99060" tIns="66040" rIns="99060" bIns="66040" numCol="1" spcCol="1270" anchor="ctr" anchorCtr="0">
          <a:noAutofit/>
        </a:bodyPr>
        <a:lstStyle/>
        <a:p>
          <a:pPr marL="0" lvl="0" indent="0" algn="ctr" defTabSz="2311400">
            <a:lnSpc>
              <a:spcPct val="90000"/>
            </a:lnSpc>
            <a:spcBef>
              <a:spcPct val="0"/>
            </a:spcBef>
            <a:spcAft>
              <a:spcPct val="35000"/>
            </a:spcAft>
            <a:buNone/>
          </a:pPr>
          <a:endParaRPr lang="en-US" sz="5200" kern="1200"/>
        </a:p>
      </dsp:txBody>
      <dsp:txXfrm>
        <a:off x="7568756" y="26502"/>
        <a:ext cx="2716767" cy="851832"/>
      </dsp:txXfrm>
    </dsp:sp>
    <dsp:sp modelId="{9C727DBC-1FB0-43A3-9D2A-F9012B74EFB4}">
      <dsp:nvSpPr>
        <dsp:cNvPr id="0" name=""/>
        <dsp:cNvSpPr/>
      </dsp:nvSpPr>
      <dsp:spPr>
        <a:xfrm>
          <a:off x="7819231" y="904836"/>
          <a:ext cx="198111" cy="2012554"/>
        </a:xfrm>
        <a:custGeom>
          <a:avLst/>
          <a:gdLst/>
          <a:ahLst/>
          <a:cxnLst/>
          <a:rect l="0" t="0" r="0" b="0"/>
          <a:pathLst>
            <a:path>
              <a:moveTo>
                <a:pt x="0" y="0"/>
              </a:moveTo>
              <a:lnTo>
                <a:pt x="0" y="2012554"/>
              </a:lnTo>
              <a:lnTo>
                <a:pt x="198111" y="2012554"/>
              </a:lnTo>
            </a:path>
          </a:pathLst>
        </a:custGeom>
        <a:noFill/>
        <a:ln w="31750" cap="flat" cmpd="sng" algn="ctr">
          <a:solidFill>
            <a:srgbClr val="FFC000"/>
          </a:solidFill>
          <a:prstDash val="solid"/>
          <a:miter lim="800000"/>
        </a:ln>
        <a:effectLst/>
      </dsp:spPr>
      <dsp:style>
        <a:lnRef idx="2">
          <a:scrgbClr r="0" g="0" b="0"/>
        </a:lnRef>
        <a:fillRef idx="0">
          <a:scrgbClr r="0" g="0" b="0"/>
        </a:fillRef>
        <a:effectRef idx="0">
          <a:scrgbClr r="0" g="0" b="0"/>
        </a:effectRef>
        <a:fontRef idx="minor"/>
      </dsp:style>
    </dsp:sp>
    <dsp:sp modelId="{2B4AD5F2-B1B9-4C89-A2E8-7B3D2858D8B5}">
      <dsp:nvSpPr>
        <dsp:cNvPr id="0" name=""/>
        <dsp:cNvSpPr/>
      </dsp:nvSpPr>
      <dsp:spPr>
        <a:xfrm>
          <a:off x="8017343" y="1241318"/>
          <a:ext cx="3388901" cy="3352144"/>
        </a:xfrm>
        <a:prstGeom prst="roundRect">
          <a:avLst>
            <a:gd name="adj" fmla="val 10000"/>
          </a:avLst>
        </a:prstGeom>
        <a:solidFill>
          <a:schemeClr val="lt1">
            <a:alpha val="90000"/>
            <a:hueOff val="0"/>
            <a:satOff val="0"/>
            <a:lumOff val="0"/>
            <a:alphaOff val="0"/>
          </a:schemeClr>
        </a:solidFill>
        <a:ln w="31750" cap="flat" cmpd="sng" algn="ctr">
          <a:solidFill>
            <a:srgbClr val="FFC000"/>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23825" tIns="82550" rIns="123825"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115524" y="1339499"/>
        <a:ext cx="3192539" cy="315578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4D2272-D660-A337-AEF3-BE066BD5453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1FE5A70-71C2-F335-270C-B94537340C5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DC5A369-CA0E-4FC6-90EE-5FA969A08EF8}" type="datetimeFigureOut">
              <a:rPr lang="en-US" smtClean="0"/>
              <a:t>11/30/2025</a:t>
            </a:fld>
            <a:endParaRPr lang="en-US"/>
          </a:p>
        </p:txBody>
      </p:sp>
      <p:sp>
        <p:nvSpPr>
          <p:cNvPr id="4" name="Footer Placeholder 3">
            <a:extLst>
              <a:ext uri="{FF2B5EF4-FFF2-40B4-BE49-F238E27FC236}">
                <a16:creationId xmlns:a16="http://schemas.microsoft.com/office/drawing/2014/main" id="{D91E1B03-0F86-16E7-11BE-81F9F4CD66B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4524B8-3914-99B2-2620-0F2A88D335A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9210F9-8331-407C-A034-F95DCB303EBC}" type="slidenum">
              <a:rPr lang="en-US" smtClean="0"/>
              <a:t>‹#›</a:t>
            </a:fld>
            <a:endParaRPr lang="en-US"/>
          </a:p>
        </p:txBody>
      </p:sp>
    </p:spTree>
    <p:extLst>
      <p:ext uri="{BB962C8B-B14F-4D97-AF65-F5344CB8AC3E}">
        <p14:creationId xmlns:p14="http://schemas.microsoft.com/office/powerpoint/2010/main" val="9310058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4AB06A-EEDC-421C-B5A0-5E9E5241A8E5}" type="datetimeFigureOut">
              <a:rPr lang="en-US" smtClean="0"/>
              <a:t>11/30/2025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BF9438-3EEF-4192-9815-F6F44770AEF7}" type="slidenum">
              <a:rPr lang="en-US" smtClean="0"/>
              <a:t>‹#›</a:t>
            </a:fld>
            <a:endParaRPr lang="en-US"/>
          </a:p>
        </p:txBody>
      </p:sp>
    </p:spTree>
    <p:extLst>
      <p:ext uri="{BB962C8B-B14F-4D97-AF65-F5344CB8AC3E}">
        <p14:creationId xmlns:p14="http://schemas.microsoft.com/office/powerpoint/2010/main" val="26522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Hi everyone, my name is Sharon Smith, and today I’ll be presenting my project titled </a:t>
            </a:r>
            <a:r>
              <a:rPr lang="en-US" i="1" dirty="0"/>
              <a:t>‘Features of Social Media Posts That Drive Higher Engagement.’</a:t>
            </a:r>
            <a:br>
              <a:rPr lang="en-US" dirty="0"/>
            </a:br>
            <a:r>
              <a:rPr lang="en-US" dirty="0"/>
              <a:t>This project explores what actually drives engagement across major social media platforms using real data.</a:t>
            </a:r>
          </a:p>
        </p:txBody>
      </p:sp>
      <p:sp>
        <p:nvSpPr>
          <p:cNvPr id="4" name="Slide Number Placeholder 3"/>
          <p:cNvSpPr>
            <a:spLocks noGrp="1"/>
          </p:cNvSpPr>
          <p:nvPr>
            <p:ph type="sldNum" sz="quarter" idx="5"/>
          </p:nvPr>
        </p:nvSpPr>
        <p:spPr/>
        <p:txBody>
          <a:bodyPr/>
          <a:lstStyle/>
          <a:p>
            <a:fld id="{32BF9438-3EEF-4192-9815-F6F44770AEF7}" type="slidenum">
              <a:rPr lang="en-US" smtClean="0"/>
              <a:t>1</a:t>
            </a:fld>
            <a:endParaRPr lang="en-US"/>
          </a:p>
        </p:txBody>
      </p:sp>
    </p:spTree>
    <p:extLst>
      <p:ext uri="{BB962C8B-B14F-4D97-AF65-F5344CB8AC3E}">
        <p14:creationId xmlns:p14="http://schemas.microsoft.com/office/powerpoint/2010/main" val="2369047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Brands and creators invest time and money into social media, but most of the time they’re guessing what will perform well.</a:t>
            </a:r>
          </a:p>
          <a:p>
            <a:r>
              <a:rPr lang="en-US" dirty="0"/>
              <a:t>Even though engagement is influenced by things like content type, platform, hashtags, and region, there's still no clear, consistent guidance across platforms. What performs well on Instagram may not perform well on TikTok or Twitter, and regional differences make it even more complicated.</a:t>
            </a:r>
          </a:p>
          <a:p>
            <a:r>
              <a:rPr lang="en-US" dirty="0"/>
              <a:t>My goal is simple:</a:t>
            </a:r>
            <a:br>
              <a:rPr lang="en-US" dirty="0"/>
            </a:br>
            <a:r>
              <a:rPr lang="en-US" dirty="0"/>
              <a:t>👉 Use data to identify which post features genuinely drive higher engagement</a:t>
            </a:r>
            <a:br>
              <a:rPr lang="en-US" dirty="0"/>
            </a:br>
            <a:r>
              <a:rPr lang="en-US" dirty="0"/>
              <a:t>👉 Compare patterns across platforms and regions</a:t>
            </a:r>
            <a:br>
              <a:rPr lang="en-US" dirty="0"/>
            </a:br>
            <a:r>
              <a:rPr lang="en-US" dirty="0"/>
              <a:t>👉 And give clearer insights that people can actually use when planning content or ads.”**</a:t>
            </a:r>
          </a:p>
          <a:p>
            <a:endParaRPr lang="en-US" dirty="0"/>
          </a:p>
        </p:txBody>
      </p:sp>
      <p:sp>
        <p:nvSpPr>
          <p:cNvPr id="4" name="Slide Number Placeholder 3"/>
          <p:cNvSpPr>
            <a:spLocks noGrp="1"/>
          </p:cNvSpPr>
          <p:nvPr>
            <p:ph type="sldNum" sz="quarter" idx="5"/>
          </p:nvPr>
        </p:nvSpPr>
        <p:spPr/>
        <p:txBody>
          <a:bodyPr/>
          <a:lstStyle/>
          <a:p>
            <a:fld id="{32BF9438-3EEF-4192-9815-F6F44770AEF7}" type="slidenum">
              <a:rPr lang="en-US" smtClean="0"/>
              <a:t>2</a:t>
            </a:fld>
            <a:endParaRPr lang="en-US"/>
          </a:p>
        </p:txBody>
      </p:sp>
    </p:spTree>
    <p:extLst>
      <p:ext uri="{BB962C8B-B14F-4D97-AF65-F5344CB8AC3E}">
        <p14:creationId xmlns:p14="http://schemas.microsoft.com/office/powerpoint/2010/main" val="3499937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lot of previous studies have tried to explain engagement, but they usually focus on just one platform or one type of feature. For example, some look only at Instagram posts or only at hashtags.</a:t>
            </a:r>
          </a:p>
          <a:p>
            <a:r>
              <a:rPr lang="en-US" dirty="0"/>
              <a:t>The gap is that we don’t have a straightforward cross-platform view that looks at multiple features together — content type, platform, hashtags, and region — all in one dataset. There isn’t much accessible research showing how these features behave side-by-side across TikTok, Instagram, YouTube, and Twitter.</a:t>
            </a:r>
          </a:p>
          <a:p>
            <a:r>
              <a:rPr lang="en-US" dirty="0"/>
              <a:t>So this project fills that gap by combining all four platforms into one analysis and comparing engagement patterns across them</a:t>
            </a:r>
          </a:p>
          <a:p>
            <a:endParaRPr lang="en-US" dirty="0"/>
          </a:p>
        </p:txBody>
      </p:sp>
      <p:sp>
        <p:nvSpPr>
          <p:cNvPr id="4" name="Slide Number Placeholder 3"/>
          <p:cNvSpPr>
            <a:spLocks noGrp="1"/>
          </p:cNvSpPr>
          <p:nvPr>
            <p:ph type="sldNum" sz="quarter" idx="5"/>
          </p:nvPr>
        </p:nvSpPr>
        <p:spPr/>
        <p:txBody>
          <a:bodyPr/>
          <a:lstStyle/>
          <a:p>
            <a:fld id="{32BF9438-3EEF-4192-9815-F6F44770AEF7}" type="slidenum">
              <a:rPr lang="en-US" smtClean="0"/>
              <a:t>3</a:t>
            </a:fld>
            <a:endParaRPr lang="en-US"/>
          </a:p>
        </p:txBody>
      </p:sp>
    </p:spTree>
    <p:extLst>
      <p:ext uri="{BB962C8B-B14F-4D97-AF65-F5344CB8AC3E}">
        <p14:creationId xmlns:p14="http://schemas.microsoft.com/office/powerpoint/2010/main" val="976473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 used comes from Kaggle and contains 5,000 viral posts across TikTok, Instagram, YouTube, and Twitter.</a:t>
            </a:r>
          </a:p>
          <a:p>
            <a:r>
              <a:rPr lang="en-US" dirty="0"/>
              <a:t>It includes:</a:t>
            </a:r>
            <a:br>
              <a:rPr lang="en-US" dirty="0"/>
            </a:br>
            <a:r>
              <a:rPr lang="en-US" dirty="0"/>
              <a:t>• Post platform</a:t>
            </a:r>
            <a:br>
              <a:rPr lang="en-US" dirty="0"/>
            </a:br>
            <a:r>
              <a:rPr lang="en-US" dirty="0"/>
              <a:t>• Content type (like video, shorts, reels, posts, tweets, livestreams)</a:t>
            </a:r>
            <a:br>
              <a:rPr lang="en-US" dirty="0"/>
            </a:br>
            <a:r>
              <a:rPr lang="en-US" dirty="0"/>
              <a:t>• Hashtag used</a:t>
            </a:r>
            <a:br>
              <a:rPr lang="en-US" dirty="0"/>
            </a:br>
            <a:r>
              <a:rPr lang="en-US" dirty="0"/>
              <a:t>• Region where the post gained traction</a:t>
            </a:r>
            <a:br>
              <a:rPr lang="en-US" dirty="0"/>
            </a:br>
            <a:r>
              <a:rPr lang="en-US" dirty="0"/>
              <a:t>• Engagement metrics — views, likes, comments, shares</a:t>
            </a:r>
            <a:br>
              <a:rPr lang="en-US" dirty="0"/>
            </a:br>
            <a:r>
              <a:rPr lang="en-US" dirty="0"/>
              <a:t>• And the post date</a:t>
            </a:r>
          </a:p>
          <a:p>
            <a:r>
              <a:rPr lang="en-US" dirty="0"/>
              <a:t>The dataset is clean, publicly available, and has a mix of numeric and categorical fields that make it suitable for exploratory data analysis.</a:t>
            </a:r>
          </a:p>
          <a:p>
            <a:r>
              <a:rPr lang="en-US" dirty="0"/>
              <a:t>The only issue was that content types didn’t always match the platform — for example, some YouTube rows were labeled as ‘tweet.’ I fixed that before analysis</a:t>
            </a:r>
          </a:p>
          <a:p>
            <a:endParaRPr lang="en-US" dirty="0"/>
          </a:p>
        </p:txBody>
      </p:sp>
      <p:sp>
        <p:nvSpPr>
          <p:cNvPr id="4" name="Slide Number Placeholder 3"/>
          <p:cNvSpPr>
            <a:spLocks noGrp="1"/>
          </p:cNvSpPr>
          <p:nvPr>
            <p:ph type="sldNum" sz="quarter" idx="5"/>
          </p:nvPr>
        </p:nvSpPr>
        <p:spPr/>
        <p:txBody>
          <a:bodyPr/>
          <a:lstStyle/>
          <a:p>
            <a:fld id="{32BF9438-3EEF-4192-9815-F6F44770AEF7}" type="slidenum">
              <a:rPr lang="en-US" smtClean="0"/>
              <a:t>4</a:t>
            </a:fld>
            <a:endParaRPr lang="en-US"/>
          </a:p>
        </p:txBody>
      </p:sp>
    </p:spTree>
    <p:extLst>
      <p:ext uri="{BB962C8B-B14F-4D97-AF65-F5344CB8AC3E}">
        <p14:creationId xmlns:p14="http://schemas.microsoft.com/office/powerpoint/2010/main" val="32769306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methodology, I started by correcting the major content-type mismatches in Excel because Python’s replace function caused missing values. Once the structure was clean, I moved everything into Python.</a:t>
            </a:r>
          </a:p>
          <a:p>
            <a:r>
              <a:rPr lang="en-US" dirty="0"/>
              <a:t>Using Pandas, I inspected the dataset, cleaned the text columns, converted dates, and removed fields I didn’t need. Pandas relies on NumPy internally, so all my numeric calculations — like computing Engagement and Engagement Rate — were handled efficiently in the background.</a:t>
            </a:r>
          </a:p>
          <a:p>
            <a:r>
              <a:rPr lang="en-US" dirty="0"/>
              <a:t>I created two important metrics for the analysis.</a:t>
            </a:r>
            <a:br>
              <a:rPr lang="en-US" dirty="0"/>
            </a:br>
            <a:r>
              <a:rPr lang="en-US" dirty="0"/>
              <a:t>The first is </a:t>
            </a:r>
            <a:r>
              <a:rPr lang="en-US" i="1" dirty="0"/>
              <a:t>Engagement</a:t>
            </a:r>
            <a:r>
              <a:rPr lang="en-US" dirty="0"/>
              <a:t>, which is simply the total interactions on a post — likes, comments, and shares.</a:t>
            </a:r>
            <a:br>
              <a:rPr lang="en-US" dirty="0"/>
            </a:br>
            <a:r>
              <a:rPr lang="en-US" dirty="0"/>
              <a:t>The second is </a:t>
            </a:r>
            <a:r>
              <a:rPr lang="en-US" i="1" dirty="0"/>
              <a:t>Engagement Rate</a:t>
            </a:r>
            <a:r>
              <a:rPr lang="en-US" dirty="0"/>
              <a:t>, which shows how effective the post was by dividing total engagement by the number of views. This formula is widely used in social media analytics research, so it allowed me to compare posts fairly across </a:t>
            </a:r>
            <a:r>
              <a:rPr lang="en-US" dirty="0" err="1"/>
              <a:t>platforms.Then</a:t>
            </a:r>
            <a:r>
              <a:rPr lang="en-US" dirty="0"/>
              <a:t>, I used </a:t>
            </a:r>
            <a:r>
              <a:rPr lang="en-US" dirty="0" err="1"/>
              <a:t>groupby</a:t>
            </a:r>
            <a:r>
              <a:rPr lang="en-US" dirty="0"/>
              <a:t> operations to compare engagement by content type, platform, hashtag, and region. And finally, Seaborn and Matplotlib allowed me to visualize these patterns clearly. Everything was done in a </a:t>
            </a:r>
            <a:r>
              <a:rPr lang="en-US" dirty="0" err="1"/>
              <a:t>Jupyter</a:t>
            </a:r>
            <a:r>
              <a:rPr lang="en-US" dirty="0"/>
              <a:t> Notebook so the work is fully reproducible.</a:t>
            </a:r>
          </a:p>
          <a:p>
            <a:endParaRPr lang="en-US" dirty="0"/>
          </a:p>
        </p:txBody>
      </p:sp>
      <p:sp>
        <p:nvSpPr>
          <p:cNvPr id="4" name="Slide Number Placeholder 3"/>
          <p:cNvSpPr>
            <a:spLocks noGrp="1"/>
          </p:cNvSpPr>
          <p:nvPr>
            <p:ph type="sldNum" sz="quarter" idx="5"/>
          </p:nvPr>
        </p:nvSpPr>
        <p:spPr/>
        <p:txBody>
          <a:bodyPr/>
          <a:lstStyle/>
          <a:p>
            <a:fld id="{32BF9438-3EEF-4192-9815-F6F44770AEF7}" type="slidenum">
              <a:rPr lang="en-US" smtClean="0"/>
              <a:t>5</a:t>
            </a:fld>
            <a:endParaRPr lang="en-US"/>
          </a:p>
        </p:txBody>
      </p:sp>
    </p:spTree>
    <p:extLst>
      <p:ext uri="{BB962C8B-B14F-4D97-AF65-F5344CB8AC3E}">
        <p14:creationId xmlns:p14="http://schemas.microsoft.com/office/powerpoint/2010/main" val="30302898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2BF9438-3EEF-4192-9815-F6F44770AEF7}" type="slidenum">
              <a:rPr lang="en-US" smtClean="0"/>
              <a:t>12</a:t>
            </a:fld>
            <a:endParaRPr lang="en-US"/>
          </a:p>
        </p:txBody>
      </p:sp>
    </p:spTree>
    <p:extLst>
      <p:ext uri="{BB962C8B-B14F-4D97-AF65-F5344CB8AC3E}">
        <p14:creationId xmlns:p14="http://schemas.microsoft.com/office/powerpoint/2010/main" val="32844697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D9960-406F-4187-A0E6-BD19C684039A}"/>
              </a:ext>
            </a:extLst>
          </p:cNvPr>
          <p:cNvSpPr>
            <a:spLocks noGrp="1"/>
          </p:cNvSpPr>
          <p:nvPr>
            <p:ph type="ctrTitle"/>
          </p:nvPr>
        </p:nvSpPr>
        <p:spPr>
          <a:xfrm>
            <a:off x="1249326" y="919716"/>
            <a:ext cx="8504275" cy="3551275"/>
          </a:xfrm>
        </p:spPr>
        <p:txBody>
          <a:bodyPr anchor="b">
            <a:normAutofit/>
          </a:bodyPr>
          <a:lstStyle>
            <a:lvl1pPr algn="l">
              <a:lnSpc>
                <a:spcPct val="100000"/>
              </a:lnSpc>
              <a:defRPr sz="5400"/>
            </a:lvl1pPr>
          </a:lstStyle>
          <a:p>
            <a:r>
              <a:rPr lang="en-US"/>
              <a:t>Click to edit Master title style</a:t>
            </a:r>
          </a:p>
        </p:txBody>
      </p:sp>
      <p:sp>
        <p:nvSpPr>
          <p:cNvPr id="3" name="Subtitle 2">
            <a:extLst>
              <a:ext uri="{FF2B5EF4-FFF2-40B4-BE49-F238E27FC236}">
                <a16:creationId xmlns:a16="http://schemas.microsoft.com/office/drawing/2014/main" id="{A427E7FE-647D-4B2F-BA13-AB3ED4C5CF5A}"/>
              </a:ext>
            </a:extLst>
          </p:cNvPr>
          <p:cNvSpPr>
            <a:spLocks noGrp="1"/>
          </p:cNvSpPr>
          <p:nvPr>
            <p:ph type="subTitle" idx="1"/>
          </p:nvPr>
        </p:nvSpPr>
        <p:spPr>
          <a:xfrm>
            <a:off x="1249326" y="4795284"/>
            <a:ext cx="8504275" cy="1084522"/>
          </a:xfrm>
        </p:spPr>
        <p:txBody>
          <a:bodyPr>
            <a:normAutofit/>
          </a:bodyPr>
          <a:lstStyle>
            <a:lvl1pPr marL="0" indent="0" algn="l">
              <a:lnSpc>
                <a:spcPct val="120000"/>
              </a:lnSpc>
              <a:buNone/>
              <a:defRPr sz="16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A5EF785-E0A7-4496-A5BA-49B0156F2628}"/>
              </a:ext>
            </a:extLst>
          </p:cNvPr>
          <p:cNvSpPr>
            <a:spLocks noGrp="1"/>
          </p:cNvSpPr>
          <p:nvPr>
            <p:ph type="dt" sz="half" idx="10"/>
          </p:nvPr>
        </p:nvSpPr>
        <p:spPr>
          <a:xfrm>
            <a:off x="8964706" y="6433202"/>
            <a:ext cx="2426446" cy="367841"/>
          </a:xfrm>
        </p:spPr>
        <p:txBody>
          <a:bodyPr/>
          <a:lstStyle/>
          <a:p>
            <a:endParaRPr lang="en-US"/>
          </a:p>
        </p:txBody>
      </p:sp>
      <p:sp>
        <p:nvSpPr>
          <p:cNvPr id="5" name="Footer Placeholder 4">
            <a:extLst>
              <a:ext uri="{FF2B5EF4-FFF2-40B4-BE49-F238E27FC236}">
                <a16:creationId xmlns:a16="http://schemas.microsoft.com/office/drawing/2014/main" id="{4742C627-38A1-4A14-8822-D8D33751CA30}"/>
              </a:ext>
            </a:extLst>
          </p:cNvPr>
          <p:cNvSpPr>
            <a:spLocks noGrp="1"/>
          </p:cNvSpPr>
          <p:nvPr>
            <p:ph type="ftr" sz="quarter" idx="11"/>
          </p:nvPr>
        </p:nvSpPr>
        <p:spPr/>
        <p:txBody>
          <a:bodyPr/>
          <a:lstStyle/>
          <a:p>
            <a:endParaRPr lang="en-US" sz="1000"/>
          </a:p>
        </p:txBody>
      </p:sp>
      <p:sp>
        <p:nvSpPr>
          <p:cNvPr id="6" name="Slide Number Placeholder 5">
            <a:extLst>
              <a:ext uri="{FF2B5EF4-FFF2-40B4-BE49-F238E27FC236}">
                <a16:creationId xmlns:a16="http://schemas.microsoft.com/office/drawing/2014/main" id="{2EEBE346-5F34-48CD-8928-DA8567AEDD15}"/>
              </a:ext>
            </a:extLst>
          </p:cNvPr>
          <p:cNvSpPr>
            <a:spLocks noGrp="1"/>
          </p:cNvSpPr>
          <p:nvPr>
            <p:ph type="sldNum" sz="quarter" idx="12"/>
          </p:nvPr>
        </p:nvSpPr>
        <p:spPr>
          <a:xfrm>
            <a:off x="11391152" y="6433203"/>
            <a:ext cx="702781" cy="367842"/>
          </a:xfrm>
        </p:spPr>
        <p:txBody>
          <a:bodyPr/>
          <a:lstStyle/>
          <a:p>
            <a:fld id="{08AB70BE-1769-45B8-85A6-0C837432C7E6}" type="slidenum">
              <a:rPr lang="en-US" smtClean="0"/>
              <a:pPr/>
              <a:t>‹#›</a:t>
            </a:fld>
            <a:endParaRPr lang="en-US"/>
          </a:p>
        </p:txBody>
      </p:sp>
    </p:spTree>
    <p:extLst>
      <p:ext uri="{BB962C8B-B14F-4D97-AF65-F5344CB8AC3E}">
        <p14:creationId xmlns:p14="http://schemas.microsoft.com/office/powerpoint/2010/main" val="2022363829"/>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9839C-7D7A-49F1-8BFE-85C6C7D78BE7}"/>
              </a:ext>
            </a:extLst>
          </p:cNvPr>
          <p:cNvSpPr>
            <a:spLocks noGrp="1"/>
          </p:cNvSpPr>
          <p:nvPr>
            <p:ph type="title"/>
          </p:nvPr>
        </p:nvSpPr>
        <p:spPr>
          <a:xfrm>
            <a:off x="905256" y="590668"/>
            <a:ext cx="9914859" cy="1329004"/>
          </a:xfrm>
        </p:spPr>
        <p:txBody>
          <a:bodyPr>
            <a:normAutofit/>
          </a:bodyPr>
          <a:lstStyle>
            <a:lvl1pPr>
              <a:lnSpc>
                <a:spcPct val="100000"/>
              </a:lnSpc>
              <a:defRPr sz="4000"/>
            </a:lvl1pPr>
          </a:lstStyle>
          <a:p>
            <a:r>
              <a:rPr lang="en-US"/>
              <a:t>Click to edit Master title style</a:t>
            </a:r>
          </a:p>
        </p:txBody>
      </p:sp>
      <p:sp>
        <p:nvSpPr>
          <p:cNvPr id="3" name="Content Placeholder 2">
            <a:extLst>
              <a:ext uri="{FF2B5EF4-FFF2-40B4-BE49-F238E27FC236}">
                <a16:creationId xmlns:a16="http://schemas.microsoft.com/office/drawing/2014/main" id="{C7E748DC-EBB9-44C6-8566-38F87FF7FD53}"/>
              </a:ext>
            </a:extLst>
          </p:cNvPr>
          <p:cNvSpPr>
            <a:spLocks noGrp="1"/>
          </p:cNvSpPr>
          <p:nvPr>
            <p:ph idx="1"/>
          </p:nvPr>
        </p:nvSpPr>
        <p:spPr>
          <a:xfrm>
            <a:off x="914400" y="1919673"/>
            <a:ext cx="9914860" cy="412331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342198-F50F-4C8A-9BD9-4CC3950F8FA8}"/>
              </a:ext>
            </a:extLst>
          </p:cNvPr>
          <p:cNvSpPr>
            <a:spLocks noGrp="1"/>
          </p:cNvSpPr>
          <p:nvPr>
            <p:ph type="dt" sz="half" idx="10"/>
          </p:nvPr>
        </p:nvSpPr>
        <p:spPr>
          <a:xfrm>
            <a:off x="9323285" y="6434524"/>
            <a:ext cx="2067867" cy="365125"/>
          </a:xfrm>
        </p:spPr>
        <p:txBody>
          <a:bodyPr/>
          <a:lstStyle>
            <a:lvl1pPr algn="r">
              <a:defRPr>
                <a:solidFill>
                  <a:schemeClr val="bg1"/>
                </a:solidFill>
              </a:defRPr>
            </a:lvl1pPr>
          </a:lstStyle>
          <a:p>
            <a:endParaRPr lang="en-US"/>
          </a:p>
        </p:txBody>
      </p:sp>
      <p:sp>
        <p:nvSpPr>
          <p:cNvPr id="5" name="Footer Placeholder 4">
            <a:extLst>
              <a:ext uri="{FF2B5EF4-FFF2-40B4-BE49-F238E27FC236}">
                <a16:creationId xmlns:a16="http://schemas.microsoft.com/office/drawing/2014/main" id="{BFA2F5AB-D8C6-4AE1-8FAE-CD0499CB6D03}"/>
              </a:ext>
            </a:extLst>
          </p:cNvPr>
          <p:cNvSpPr>
            <a:spLocks noGrp="1"/>
          </p:cNvSpPr>
          <p:nvPr>
            <p:ph type="ftr" sz="quarter" idx="11"/>
          </p:nvPr>
        </p:nvSpPr>
        <p:spPr>
          <a:xfrm>
            <a:off x="173736" y="6437376"/>
            <a:ext cx="3775914" cy="365125"/>
          </a:xfrm>
        </p:spPr>
        <p:txBody>
          <a:bodyPr/>
          <a:lstStyle>
            <a:lvl1pPr algn="l">
              <a:defRPr>
                <a:solidFill>
                  <a:schemeClr val="accent2"/>
                </a:solidFill>
              </a:defRPr>
            </a:lvl1pPr>
          </a:lstStyle>
          <a:p>
            <a:endParaRPr lang="en-US" sz="1000"/>
          </a:p>
        </p:txBody>
      </p:sp>
      <p:sp>
        <p:nvSpPr>
          <p:cNvPr id="6" name="Slide Number Placeholder 5">
            <a:extLst>
              <a:ext uri="{FF2B5EF4-FFF2-40B4-BE49-F238E27FC236}">
                <a16:creationId xmlns:a16="http://schemas.microsoft.com/office/drawing/2014/main" id="{175C58D8-B582-4DB3-A94D-056240199750}"/>
              </a:ext>
            </a:extLst>
          </p:cNvPr>
          <p:cNvSpPr>
            <a:spLocks noGrp="1"/>
          </p:cNvSpPr>
          <p:nvPr>
            <p:ph type="sldNum" sz="quarter" idx="12"/>
          </p:nvPr>
        </p:nvSpPr>
        <p:spPr>
          <a:xfrm>
            <a:off x="11391152" y="6434524"/>
            <a:ext cx="693261" cy="365125"/>
          </a:xfrm>
        </p:spPr>
        <p:txBody>
          <a:bodyPr/>
          <a:lstStyle>
            <a:lvl1pPr>
              <a:defRPr>
                <a:solidFill>
                  <a:schemeClr val="bg1"/>
                </a:solidFill>
              </a:defRPr>
            </a:lvl1pPr>
          </a:lstStyle>
          <a:p>
            <a:fld id="{08AB70BE-1769-45B8-85A6-0C837432C7E6}" type="slidenum">
              <a:rPr lang="en-US" smtClean="0"/>
              <a:pPr/>
              <a:t>‹#›</a:t>
            </a:fld>
            <a:endParaRPr lang="en-US"/>
          </a:p>
        </p:txBody>
      </p:sp>
    </p:spTree>
    <p:extLst>
      <p:ext uri="{BB962C8B-B14F-4D97-AF65-F5344CB8AC3E}">
        <p14:creationId xmlns:p14="http://schemas.microsoft.com/office/powerpoint/2010/main" val="282093947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8A94B-011C-4B13-8C12-E91BF7A40087}"/>
              </a:ext>
            </a:extLst>
          </p:cNvPr>
          <p:cNvSpPr>
            <a:spLocks noGrp="1"/>
          </p:cNvSpPr>
          <p:nvPr>
            <p:ph type="title"/>
          </p:nvPr>
        </p:nvSpPr>
        <p:spPr>
          <a:xfrm>
            <a:off x="1524000" y="1320800"/>
            <a:ext cx="9144000" cy="3095813"/>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9716D5F3-887C-4A8F-842A-0294A9FB0818}"/>
              </a:ext>
            </a:extLst>
          </p:cNvPr>
          <p:cNvSpPr>
            <a:spLocks noGrp="1"/>
          </p:cNvSpPr>
          <p:nvPr>
            <p:ph type="body" idx="1"/>
          </p:nvPr>
        </p:nvSpPr>
        <p:spPr>
          <a:xfrm>
            <a:off x="1523999" y="4589463"/>
            <a:ext cx="9144001"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94588B-131A-42F3-B76C-62BD65E4806B}"/>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111AB28-20BD-4CD8-9840-985C3EDBA16F}"/>
              </a:ext>
            </a:extLst>
          </p:cNvPr>
          <p:cNvSpPr>
            <a:spLocks noGrp="1"/>
          </p:cNvSpPr>
          <p:nvPr>
            <p:ph type="ftr" sz="quarter" idx="11"/>
          </p:nvPr>
        </p:nvSpPr>
        <p:spPr/>
        <p:txBody>
          <a:bodyPr/>
          <a:lstStyle/>
          <a:p>
            <a:endParaRPr lang="en-US" sz="1000"/>
          </a:p>
        </p:txBody>
      </p:sp>
      <p:sp>
        <p:nvSpPr>
          <p:cNvPr id="6" name="Slide Number Placeholder 5">
            <a:extLst>
              <a:ext uri="{FF2B5EF4-FFF2-40B4-BE49-F238E27FC236}">
                <a16:creationId xmlns:a16="http://schemas.microsoft.com/office/drawing/2014/main" id="{E753C85C-3801-46F0-A100-616F5F2F82E9}"/>
              </a:ext>
            </a:extLst>
          </p:cNvPr>
          <p:cNvSpPr>
            <a:spLocks noGrp="1"/>
          </p:cNvSpPr>
          <p:nvPr>
            <p:ph type="sldNum" sz="quarter" idx="12"/>
          </p:nvPr>
        </p:nvSpPr>
        <p:spPr/>
        <p:txBody>
          <a:bodyPr/>
          <a:lstStyle/>
          <a:p>
            <a:fld id="{08AB70BE-1769-45B8-85A6-0C837432C7E6}" type="slidenum">
              <a:rPr lang="en-US" smtClean="0"/>
              <a:pPr/>
              <a:t>‹#›</a:t>
            </a:fld>
            <a:endParaRPr lang="en-US"/>
          </a:p>
        </p:txBody>
      </p:sp>
    </p:spTree>
    <p:extLst>
      <p:ext uri="{BB962C8B-B14F-4D97-AF65-F5344CB8AC3E}">
        <p14:creationId xmlns:p14="http://schemas.microsoft.com/office/powerpoint/2010/main" val="3142187021"/>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5CB06-0454-4BF1-8011-F8B1A95954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920A70-D33B-4461-B74C-3F59ADB16141}"/>
              </a:ext>
            </a:extLst>
          </p:cNvPr>
          <p:cNvSpPr>
            <a:spLocks noGrp="1"/>
          </p:cNvSpPr>
          <p:nvPr>
            <p:ph sz="half" idx="1"/>
          </p:nvPr>
        </p:nvSpPr>
        <p:spPr>
          <a:xfrm>
            <a:off x="1408813" y="2163725"/>
            <a:ext cx="4610986" cy="4013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881BDF9-836E-431C-8EFA-417A9BEE9F4B}"/>
              </a:ext>
            </a:extLst>
          </p:cNvPr>
          <p:cNvSpPr>
            <a:spLocks noGrp="1"/>
          </p:cNvSpPr>
          <p:nvPr>
            <p:ph sz="half" idx="2"/>
          </p:nvPr>
        </p:nvSpPr>
        <p:spPr>
          <a:xfrm>
            <a:off x="6257260" y="2163725"/>
            <a:ext cx="4853763" cy="4013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CBD9F59-B591-4E2F-899E-3CA78CE82D45}"/>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046CFD12-B3EC-432C-B264-8AB571CAAFD5}"/>
              </a:ext>
            </a:extLst>
          </p:cNvPr>
          <p:cNvSpPr>
            <a:spLocks noGrp="1"/>
          </p:cNvSpPr>
          <p:nvPr>
            <p:ph type="ftr" sz="quarter" idx="11"/>
          </p:nvPr>
        </p:nvSpPr>
        <p:spPr/>
        <p:txBody>
          <a:bodyPr/>
          <a:lstStyle/>
          <a:p>
            <a:endParaRPr lang="en-US" sz="1000"/>
          </a:p>
        </p:txBody>
      </p:sp>
      <p:sp>
        <p:nvSpPr>
          <p:cNvPr id="7" name="Slide Number Placeholder 6">
            <a:extLst>
              <a:ext uri="{FF2B5EF4-FFF2-40B4-BE49-F238E27FC236}">
                <a16:creationId xmlns:a16="http://schemas.microsoft.com/office/drawing/2014/main" id="{48F3CBBA-71B3-4857-80E7-525E89FD903F}"/>
              </a:ext>
            </a:extLst>
          </p:cNvPr>
          <p:cNvSpPr>
            <a:spLocks noGrp="1"/>
          </p:cNvSpPr>
          <p:nvPr>
            <p:ph type="sldNum" sz="quarter" idx="12"/>
          </p:nvPr>
        </p:nvSpPr>
        <p:spPr/>
        <p:txBody>
          <a:bodyPr/>
          <a:lstStyle/>
          <a:p>
            <a:fld id="{08AB70BE-1769-45B8-85A6-0C837432C7E6}" type="slidenum">
              <a:rPr lang="en-US" smtClean="0"/>
              <a:pPr/>
              <a:t>‹#›</a:t>
            </a:fld>
            <a:endParaRPr lang="en-US"/>
          </a:p>
        </p:txBody>
      </p:sp>
    </p:spTree>
    <p:extLst>
      <p:ext uri="{BB962C8B-B14F-4D97-AF65-F5344CB8AC3E}">
        <p14:creationId xmlns:p14="http://schemas.microsoft.com/office/powerpoint/2010/main" val="26229050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51886-4F39-4E3E-948D-DBC73F267AE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B2C7B2A-B6BE-46FD-9278-A5246BF7EEB8}"/>
              </a:ext>
            </a:extLst>
          </p:cNvPr>
          <p:cNvSpPr>
            <a:spLocks noGrp="1"/>
          </p:cNvSpPr>
          <p:nvPr>
            <p:ph type="body" idx="1"/>
          </p:nvPr>
        </p:nvSpPr>
        <p:spPr>
          <a:xfrm>
            <a:off x="839788" y="1681163"/>
            <a:ext cx="5157787"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E85295-E4B5-4D75-954F-B07A2F4CABF8}"/>
              </a:ext>
            </a:extLst>
          </p:cNvPr>
          <p:cNvSpPr>
            <a:spLocks noGrp="1"/>
          </p:cNvSpPr>
          <p:nvPr>
            <p:ph sz="half" idx="2"/>
          </p:nvPr>
        </p:nvSpPr>
        <p:spPr>
          <a:xfrm>
            <a:off x="839788" y="2635623"/>
            <a:ext cx="5157787" cy="3554039"/>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687ABF0-C78D-4589-8FA5-0D6238B4B084}"/>
              </a:ext>
            </a:extLst>
          </p:cNvPr>
          <p:cNvSpPr>
            <a:spLocks noGrp="1"/>
          </p:cNvSpPr>
          <p:nvPr>
            <p:ph type="body" sz="quarter" idx="3"/>
          </p:nvPr>
        </p:nvSpPr>
        <p:spPr>
          <a:xfrm>
            <a:off x="6172200" y="1681163"/>
            <a:ext cx="5183188"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6A4064-2E0A-4FC3-837B-14EC0EF3A652}"/>
              </a:ext>
            </a:extLst>
          </p:cNvPr>
          <p:cNvSpPr>
            <a:spLocks noGrp="1"/>
          </p:cNvSpPr>
          <p:nvPr>
            <p:ph sz="quarter" idx="4"/>
          </p:nvPr>
        </p:nvSpPr>
        <p:spPr>
          <a:xfrm>
            <a:off x="6172200" y="2635623"/>
            <a:ext cx="5183188" cy="3554040"/>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8E3C169-8D29-4CC4-9581-748178F3C00A}"/>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F14EC709-AAD9-475C-AC6A-943A8E872A97}"/>
              </a:ext>
            </a:extLst>
          </p:cNvPr>
          <p:cNvSpPr>
            <a:spLocks noGrp="1"/>
          </p:cNvSpPr>
          <p:nvPr>
            <p:ph type="ftr" sz="quarter" idx="11"/>
          </p:nvPr>
        </p:nvSpPr>
        <p:spPr/>
        <p:txBody>
          <a:bodyPr/>
          <a:lstStyle/>
          <a:p>
            <a:endParaRPr lang="en-US" sz="1000"/>
          </a:p>
        </p:txBody>
      </p:sp>
      <p:sp>
        <p:nvSpPr>
          <p:cNvPr id="9" name="Slide Number Placeholder 8">
            <a:extLst>
              <a:ext uri="{FF2B5EF4-FFF2-40B4-BE49-F238E27FC236}">
                <a16:creationId xmlns:a16="http://schemas.microsoft.com/office/drawing/2014/main" id="{020C0E3E-587D-46EB-AAF5-011C137B0309}"/>
              </a:ext>
            </a:extLst>
          </p:cNvPr>
          <p:cNvSpPr>
            <a:spLocks noGrp="1"/>
          </p:cNvSpPr>
          <p:nvPr>
            <p:ph type="sldNum" sz="quarter" idx="12"/>
          </p:nvPr>
        </p:nvSpPr>
        <p:spPr/>
        <p:txBody>
          <a:bodyPr/>
          <a:lstStyle/>
          <a:p>
            <a:fld id="{08AB70BE-1769-45B8-85A6-0C837432C7E6}" type="slidenum">
              <a:rPr lang="en-US" smtClean="0"/>
              <a:pPr/>
              <a:t>‹#›</a:t>
            </a:fld>
            <a:endParaRPr lang="en-US"/>
          </a:p>
        </p:txBody>
      </p:sp>
    </p:spTree>
    <p:extLst>
      <p:ext uri="{BB962C8B-B14F-4D97-AF65-F5344CB8AC3E}">
        <p14:creationId xmlns:p14="http://schemas.microsoft.com/office/powerpoint/2010/main" val="1342109739"/>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3E062-B7F5-4D30-B416-1BBB4A7D0F0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1BDFF7A-EBD3-4FEB-8451-5D7355069117}"/>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08F54A2D-2C4B-4E1D-AC16-E3B1F1DDB562}"/>
              </a:ext>
            </a:extLst>
          </p:cNvPr>
          <p:cNvSpPr>
            <a:spLocks noGrp="1"/>
          </p:cNvSpPr>
          <p:nvPr>
            <p:ph type="ftr" sz="quarter" idx="11"/>
          </p:nvPr>
        </p:nvSpPr>
        <p:spPr/>
        <p:txBody>
          <a:bodyPr/>
          <a:lstStyle/>
          <a:p>
            <a:endParaRPr lang="en-US" sz="1000"/>
          </a:p>
        </p:txBody>
      </p:sp>
      <p:sp>
        <p:nvSpPr>
          <p:cNvPr id="5" name="Slide Number Placeholder 4">
            <a:extLst>
              <a:ext uri="{FF2B5EF4-FFF2-40B4-BE49-F238E27FC236}">
                <a16:creationId xmlns:a16="http://schemas.microsoft.com/office/drawing/2014/main" id="{2C11F373-DB96-4AEA-8E3E-7EDEA213DEEC}"/>
              </a:ext>
            </a:extLst>
          </p:cNvPr>
          <p:cNvSpPr>
            <a:spLocks noGrp="1"/>
          </p:cNvSpPr>
          <p:nvPr>
            <p:ph type="sldNum" sz="quarter" idx="12"/>
          </p:nvPr>
        </p:nvSpPr>
        <p:spPr/>
        <p:txBody>
          <a:bodyPr/>
          <a:lstStyle/>
          <a:p>
            <a:fld id="{08AB70BE-1769-45B8-85A6-0C837432C7E6}" type="slidenum">
              <a:rPr lang="en-US" smtClean="0"/>
              <a:pPr/>
              <a:t>‹#›</a:t>
            </a:fld>
            <a:endParaRPr lang="en-US"/>
          </a:p>
        </p:txBody>
      </p:sp>
    </p:spTree>
    <p:extLst>
      <p:ext uri="{BB962C8B-B14F-4D97-AF65-F5344CB8AC3E}">
        <p14:creationId xmlns:p14="http://schemas.microsoft.com/office/powerpoint/2010/main" val="2908977107"/>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2485D4-41D3-4182-8DFE-2E0713EC0B8A}"/>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C9753C5C-8415-4BF0-810D-A4C22F695ECF}"/>
              </a:ext>
            </a:extLst>
          </p:cNvPr>
          <p:cNvSpPr>
            <a:spLocks noGrp="1"/>
          </p:cNvSpPr>
          <p:nvPr>
            <p:ph type="ftr" sz="quarter" idx="11"/>
          </p:nvPr>
        </p:nvSpPr>
        <p:spPr/>
        <p:txBody>
          <a:bodyPr/>
          <a:lstStyle/>
          <a:p>
            <a:endParaRPr lang="en-US" sz="1000"/>
          </a:p>
        </p:txBody>
      </p:sp>
      <p:sp>
        <p:nvSpPr>
          <p:cNvPr id="4" name="Slide Number Placeholder 3">
            <a:extLst>
              <a:ext uri="{FF2B5EF4-FFF2-40B4-BE49-F238E27FC236}">
                <a16:creationId xmlns:a16="http://schemas.microsoft.com/office/drawing/2014/main" id="{545EBFEA-4321-48C4-9CA1-43517540C698}"/>
              </a:ext>
            </a:extLst>
          </p:cNvPr>
          <p:cNvSpPr>
            <a:spLocks noGrp="1"/>
          </p:cNvSpPr>
          <p:nvPr>
            <p:ph type="sldNum" sz="quarter" idx="12"/>
          </p:nvPr>
        </p:nvSpPr>
        <p:spPr/>
        <p:txBody>
          <a:bodyPr/>
          <a:lstStyle/>
          <a:p>
            <a:fld id="{08AB70BE-1769-45B8-85A6-0C837432C7E6}" type="slidenum">
              <a:rPr lang="en-US" smtClean="0"/>
              <a:pPr/>
              <a:t>‹#›</a:t>
            </a:fld>
            <a:endParaRPr lang="en-US"/>
          </a:p>
        </p:txBody>
      </p:sp>
    </p:spTree>
    <p:extLst>
      <p:ext uri="{BB962C8B-B14F-4D97-AF65-F5344CB8AC3E}">
        <p14:creationId xmlns:p14="http://schemas.microsoft.com/office/powerpoint/2010/main" val="1539427448"/>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09F8C-8071-4BE5-AD6F-C98F481D17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34135B3-14BA-4A88-B6B3-88B77B1C63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7C3A4D-5B69-44B4-B17F-770E83F008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F1C41D-2A59-4512-8034-6DB705787D78}"/>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BD85C494-778C-4EE6-9402-242E1CDD9A69}"/>
              </a:ext>
            </a:extLst>
          </p:cNvPr>
          <p:cNvSpPr>
            <a:spLocks noGrp="1"/>
          </p:cNvSpPr>
          <p:nvPr>
            <p:ph type="ftr" sz="quarter" idx="11"/>
          </p:nvPr>
        </p:nvSpPr>
        <p:spPr/>
        <p:txBody>
          <a:bodyPr/>
          <a:lstStyle/>
          <a:p>
            <a:endParaRPr lang="en-US" sz="1000"/>
          </a:p>
        </p:txBody>
      </p:sp>
      <p:sp>
        <p:nvSpPr>
          <p:cNvPr id="7" name="Slide Number Placeholder 6">
            <a:extLst>
              <a:ext uri="{FF2B5EF4-FFF2-40B4-BE49-F238E27FC236}">
                <a16:creationId xmlns:a16="http://schemas.microsoft.com/office/drawing/2014/main" id="{6F5677B9-C338-4033-9AFE-B8B81C5D8139}"/>
              </a:ext>
            </a:extLst>
          </p:cNvPr>
          <p:cNvSpPr>
            <a:spLocks noGrp="1"/>
          </p:cNvSpPr>
          <p:nvPr>
            <p:ph type="sldNum" sz="quarter" idx="12"/>
          </p:nvPr>
        </p:nvSpPr>
        <p:spPr/>
        <p:txBody>
          <a:bodyPr/>
          <a:lstStyle/>
          <a:p>
            <a:fld id="{08AB70BE-1769-45B8-85A6-0C837432C7E6}" type="slidenum">
              <a:rPr lang="en-US" smtClean="0"/>
              <a:pPr/>
              <a:t>‹#›</a:t>
            </a:fld>
            <a:endParaRPr lang="en-US"/>
          </a:p>
        </p:txBody>
      </p:sp>
    </p:spTree>
    <p:extLst>
      <p:ext uri="{BB962C8B-B14F-4D97-AF65-F5344CB8AC3E}">
        <p14:creationId xmlns:p14="http://schemas.microsoft.com/office/powerpoint/2010/main" val="41473924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B77DE-4C2E-476F-A419-57470FB66D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9FD1A0-93AE-469A-ADDF-2453B64CAA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C119C9C-EF97-4910-9419-6D7202609E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A87172-A64E-4C38-82ED-2A7050B0FB68}"/>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BC0C3E24-28E2-4512-BEA0-DAEC5E8465CB}"/>
              </a:ext>
            </a:extLst>
          </p:cNvPr>
          <p:cNvSpPr>
            <a:spLocks noGrp="1"/>
          </p:cNvSpPr>
          <p:nvPr>
            <p:ph type="ftr" sz="quarter" idx="11"/>
          </p:nvPr>
        </p:nvSpPr>
        <p:spPr/>
        <p:txBody>
          <a:bodyPr/>
          <a:lstStyle/>
          <a:p>
            <a:endParaRPr lang="en-US" sz="1000"/>
          </a:p>
        </p:txBody>
      </p:sp>
      <p:sp>
        <p:nvSpPr>
          <p:cNvPr id="7" name="Slide Number Placeholder 6">
            <a:extLst>
              <a:ext uri="{FF2B5EF4-FFF2-40B4-BE49-F238E27FC236}">
                <a16:creationId xmlns:a16="http://schemas.microsoft.com/office/drawing/2014/main" id="{01F04F0D-DA84-434D-B136-BEE9FD80AB95}"/>
              </a:ext>
            </a:extLst>
          </p:cNvPr>
          <p:cNvSpPr>
            <a:spLocks noGrp="1"/>
          </p:cNvSpPr>
          <p:nvPr>
            <p:ph type="sldNum" sz="quarter" idx="12"/>
          </p:nvPr>
        </p:nvSpPr>
        <p:spPr/>
        <p:txBody>
          <a:bodyPr/>
          <a:lstStyle/>
          <a:p>
            <a:fld id="{08AB70BE-1769-45B8-85A6-0C837432C7E6}" type="slidenum">
              <a:rPr lang="en-US" smtClean="0"/>
              <a:pPr/>
              <a:t>‹#›</a:t>
            </a:fld>
            <a:endParaRPr lang="en-US"/>
          </a:p>
        </p:txBody>
      </p:sp>
    </p:spTree>
    <p:extLst>
      <p:ext uri="{BB962C8B-B14F-4D97-AF65-F5344CB8AC3E}">
        <p14:creationId xmlns:p14="http://schemas.microsoft.com/office/powerpoint/2010/main" val="603652689"/>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B05F0-2B44-47BC-86B3-58E2C70806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FA5B5DA-7628-4AC1-8EAE-5010C2A981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A4E7C3-7830-49F3-9F45-4B2F2B4CAC9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1845E328-AD12-449C-BE6E-76DF005E8686}"/>
              </a:ext>
            </a:extLst>
          </p:cNvPr>
          <p:cNvSpPr>
            <a:spLocks noGrp="1"/>
          </p:cNvSpPr>
          <p:nvPr>
            <p:ph type="ftr" sz="quarter" idx="11"/>
          </p:nvPr>
        </p:nvSpPr>
        <p:spPr/>
        <p:txBody>
          <a:bodyPr/>
          <a:lstStyle/>
          <a:p>
            <a:endParaRPr lang="en-US" sz="1000"/>
          </a:p>
        </p:txBody>
      </p:sp>
      <p:sp>
        <p:nvSpPr>
          <p:cNvPr id="6" name="Slide Number Placeholder 5">
            <a:extLst>
              <a:ext uri="{FF2B5EF4-FFF2-40B4-BE49-F238E27FC236}">
                <a16:creationId xmlns:a16="http://schemas.microsoft.com/office/drawing/2014/main" id="{7F0F374F-390D-49D8-A7C8-5BEFA3532345}"/>
              </a:ext>
            </a:extLst>
          </p:cNvPr>
          <p:cNvSpPr>
            <a:spLocks noGrp="1"/>
          </p:cNvSpPr>
          <p:nvPr>
            <p:ph type="sldNum" sz="quarter" idx="12"/>
          </p:nvPr>
        </p:nvSpPr>
        <p:spPr/>
        <p:txBody>
          <a:bodyPr/>
          <a:lstStyle/>
          <a:p>
            <a:fld id="{08AB70BE-1769-45B8-85A6-0C837432C7E6}" type="slidenum">
              <a:rPr lang="en-US" smtClean="0"/>
              <a:pPr/>
              <a:t>‹#›</a:t>
            </a:fld>
            <a:endParaRPr lang="en-US"/>
          </a:p>
        </p:txBody>
      </p:sp>
    </p:spTree>
    <p:extLst>
      <p:ext uri="{BB962C8B-B14F-4D97-AF65-F5344CB8AC3E}">
        <p14:creationId xmlns:p14="http://schemas.microsoft.com/office/powerpoint/2010/main" val="374985615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50F530-2925-4F98-89EC-95C2EC4769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1A79366-3281-483D-8731-0D01B2B24A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5ED8B2-BE7F-4417-8A8A-A95C8BB7082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01A0D96-671F-4A85-89C6-946624CB1E0B}"/>
              </a:ext>
            </a:extLst>
          </p:cNvPr>
          <p:cNvSpPr>
            <a:spLocks noGrp="1"/>
          </p:cNvSpPr>
          <p:nvPr>
            <p:ph type="ftr" sz="quarter" idx="11"/>
          </p:nvPr>
        </p:nvSpPr>
        <p:spPr/>
        <p:txBody>
          <a:bodyPr/>
          <a:lstStyle/>
          <a:p>
            <a:endParaRPr lang="en-US" sz="1000"/>
          </a:p>
        </p:txBody>
      </p:sp>
      <p:sp>
        <p:nvSpPr>
          <p:cNvPr id="6" name="Slide Number Placeholder 5">
            <a:extLst>
              <a:ext uri="{FF2B5EF4-FFF2-40B4-BE49-F238E27FC236}">
                <a16:creationId xmlns:a16="http://schemas.microsoft.com/office/drawing/2014/main" id="{585BA434-2E32-4719-B45C-0490D685265D}"/>
              </a:ext>
            </a:extLst>
          </p:cNvPr>
          <p:cNvSpPr>
            <a:spLocks noGrp="1"/>
          </p:cNvSpPr>
          <p:nvPr>
            <p:ph type="sldNum" sz="quarter" idx="12"/>
          </p:nvPr>
        </p:nvSpPr>
        <p:spPr/>
        <p:txBody>
          <a:bodyPr/>
          <a:lstStyle/>
          <a:p>
            <a:fld id="{08AB70BE-1769-45B8-85A6-0C837432C7E6}" type="slidenum">
              <a:rPr lang="en-US" smtClean="0"/>
              <a:pPr/>
              <a:t>‹#›</a:t>
            </a:fld>
            <a:endParaRPr lang="en-US"/>
          </a:p>
        </p:txBody>
      </p:sp>
    </p:spTree>
    <p:extLst>
      <p:ext uri="{BB962C8B-B14F-4D97-AF65-F5344CB8AC3E}">
        <p14:creationId xmlns:p14="http://schemas.microsoft.com/office/powerpoint/2010/main" val="2036110120"/>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1">
    <p:bg>
      <p:bgPr>
        <a:solidFill>
          <a:schemeClr val="accent2"/>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5040DA2-B75D-1B49-51F9-967501F7F67B}"/>
              </a:ext>
            </a:extLst>
          </p:cNvPr>
          <p:cNvSpPr>
            <a:spLocks noGrp="1"/>
          </p:cNvSpPr>
          <p:nvPr>
            <p:ph type="title" hasCustomPrompt="1"/>
          </p:nvPr>
        </p:nvSpPr>
        <p:spPr>
          <a:xfrm>
            <a:off x="994876" y="887638"/>
            <a:ext cx="10202248" cy="5094496"/>
          </a:xfrm>
        </p:spPr>
        <p:txBody>
          <a:bodyPr/>
          <a:lstStyle>
            <a:lvl1pPr algn="ctr">
              <a:defRPr sz="4800">
                <a:solidFill>
                  <a:schemeClr val="bg1"/>
                </a:solidFill>
              </a:defRPr>
            </a:lvl1pPr>
          </a:lstStyle>
          <a:p>
            <a:r>
              <a:rPr lang="en-US"/>
              <a:t>Sharon Smith</a:t>
            </a:r>
          </a:p>
        </p:txBody>
      </p:sp>
      <p:sp>
        <p:nvSpPr>
          <p:cNvPr id="3" name="Slide Number Placeholder 5">
            <a:extLst>
              <a:ext uri="{FF2B5EF4-FFF2-40B4-BE49-F238E27FC236}">
                <a16:creationId xmlns:a16="http://schemas.microsoft.com/office/drawing/2014/main" id="{C663CA19-070F-D373-ED8C-B6F895D11B84}"/>
              </a:ext>
            </a:extLst>
          </p:cNvPr>
          <p:cNvSpPr>
            <a:spLocks noGrp="1"/>
          </p:cNvSpPr>
          <p:nvPr>
            <p:ph type="sldNum" sz="quarter" idx="4"/>
          </p:nvPr>
        </p:nvSpPr>
        <p:spPr>
          <a:xfrm>
            <a:off x="10896600" y="5983104"/>
            <a:ext cx="1295400" cy="874895"/>
          </a:xfrm>
          <a:prstGeom prst="rect">
            <a:avLst/>
          </a:prstGeom>
        </p:spPr>
        <p:txBody>
          <a:bodyPr vert="horz" lIns="91440" tIns="45720" rIns="91440" bIns="45720" rtlCol="0" anchor="ctr"/>
          <a:lstStyle>
            <a:lvl1pPr algn="ctr">
              <a:defRPr sz="1200">
                <a:solidFill>
                  <a:srgbClr val="FFFFFF"/>
                </a:solidFill>
                <a:latin typeface="+mj-lt"/>
              </a:defRPr>
            </a:lvl1pPr>
          </a:lstStyle>
          <a:p>
            <a:fld id="{08AB70BE-1769-45B8-85A6-0C837432C7E6}" type="slidenum">
              <a:rPr lang="en-US" smtClean="0"/>
              <a:pPr/>
              <a:t>‹#›</a:t>
            </a:fld>
            <a:endParaRPr lang="en-US"/>
          </a:p>
        </p:txBody>
      </p:sp>
      <p:sp>
        <p:nvSpPr>
          <p:cNvPr id="2" name="Rectangle 1">
            <a:extLst>
              <a:ext uri="{FF2B5EF4-FFF2-40B4-BE49-F238E27FC236}">
                <a16:creationId xmlns:a16="http://schemas.microsoft.com/office/drawing/2014/main" id="{8E93BDAB-CB06-403B-00FD-9D1C2812A298}"/>
              </a:ext>
              <a:ext uri="{C183D7F6-B498-43B3-948B-1728B52AA6E4}">
                <adec:decorative xmlns:adec="http://schemas.microsoft.com/office/drawing/2017/decorative" val="1"/>
              </a:ext>
            </a:extLst>
          </p:cNvPr>
          <p:cNvSpPr/>
          <p:nvPr userDrawn="1"/>
        </p:nvSpPr>
        <p:spPr>
          <a:xfrm rot="5400000">
            <a:off x="-2990939" y="2990938"/>
            <a:ext cx="6855801" cy="87392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6FB1FDB-9C8A-890A-5051-8D49E105FD49}"/>
              </a:ext>
              <a:ext uri="{C183D7F6-B498-43B3-948B-1728B52AA6E4}">
                <adec:decorative xmlns:adec="http://schemas.microsoft.com/office/drawing/2017/decorative" val="1"/>
              </a:ext>
            </a:extLst>
          </p:cNvPr>
          <p:cNvSpPr/>
          <p:nvPr userDrawn="1"/>
        </p:nvSpPr>
        <p:spPr>
          <a:xfrm>
            <a:off x="1" y="5983104"/>
            <a:ext cx="12192000" cy="87392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21">
            <a:extLst>
              <a:ext uri="{FF2B5EF4-FFF2-40B4-BE49-F238E27FC236}">
                <a16:creationId xmlns:a16="http://schemas.microsoft.com/office/drawing/2014/main" id="{46056E81-9CB5-42E9-6689-B711F575C8F2}"/>
              </a:ext>
              <a:ext uri="{C183D7F6-B498-43B3-948B-1728B52AA6E4}">
                <adec:decorative xmlns:adec="http://schemas.microsoft.com/office/drawing/2017/decorative" val="1"/>
              </a:ext>
            </a:extLst>
          </p:cNvPr>
          <p:cNvSpPr/>
          <p:nvPr userDrawn="1"/>
        </p:nvSpPr>
        <p:spPr>
          <a:xfrm flipV="1">
            <a:off x="8981493" y="0"/>
            <a:ext cx="3200357" cy="3200320"/>
          </a:xfrm>
          <a:custGeom>
            <a:avLst/>
            <a:gdLst>
              <a:gd name="connsiteX0" fmla="*/ 3200357 w 3200357"/>
              <a:gd name="connsiteY0" fmla="*/ 0 h 3200320"/>
              <a:gd name="connsiteX1" fmla="*/ 3200357 w 3200357"/>
              <a:gd name="connsiteY1" fmla="*/ 3200320 h 3200320"/>
              <a:gd name="connsiteX2" fmla="*/ 0 w 3200357"/>
              <a:gd name="connsiteY2" fmla="*/ 3200320 h 3200320"/>
              <a:gd name="connsiteX3" fmla="*/ 159536 w 3200357"/>
              <a:gd name="connsiteY3" fmla="*/ 3196412 h 3200320"/>
              <a:gd name="connsiteX4" fmla="*/ 3196195 w 3200357"/>
              <a:gd name="connsiteY4" fmla="*/ 164613 h 3200320"/>
              <a:gd name="connsiteX5" fmla="*/ 3200357 w 3200357"/>
              <a:gd name="connsiteY5" fmla="*/ 0 h 3200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0357" h="3200320">
                <a:moveTo>
                  <a:pt x="3200357" y="0"/>
                </a:moveTo>
                <a:lnTo>
                  <a:pt x="3200357" y="3200320"/>
                </a:lnTo>
                <a:lnTo>
                  <a:pt x="0" y="3200320"/>
                </a:lnTo>
                <a:lnTo>
                  <a:pt x="159536" y="3196412"/>
                </a:lnTo>
                <a:cubicBezTo>
                  <a:pt x="1798363" y="3115939"/>
                  <a:pt x="3113157" y="1802765"/>
                  <a:pt x="3196195" y="164613"/>
                </a:cubicBezTo>
                <a:lnTo>
                  <a:pt x="3200357" y="0"/>
                </a:lnTo>
                <a:close/>
              </a:path>
            </a:pathLst>
          </a:cu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22">
            <a:extLst>
              <a:ext uri="{FF2B5EF4-FFF2-40B4-BE49-F238E27FC236}">
                <a16:creationId xmlns:a16="http://schemas.microsoft.com/office/drawing/2014/main" id="{3D075254-6FC4-6738-BBBE-1BACB99E424A}"/>
              </a:ext>
              <a:ext uri="{C183D7F6-B498-43B3-948B-1728B52AA6E4}">
                <adec:decorative xmlns:adec="http://schemas.microsoft.com/office/drawing/2017/decorative" val="1"/>
              </a:ext>
            </a:extLst>
          </p:cNvPr>
          <p:cNvSpPr>
            <a:spLocks noChangeAspect="1"/>
          </p:cNvSpPr>
          <p:nvPr userDrawn="1"/>
        </p:nvSpPr>
        <p:spPr>
          <a:xfrm flipH="1" flipV="1">
            <a:off x="0" y="-8"/>
            <a:ext cx="1745673" cy="877824"/>
          </a:xfrm>
          <a:custGeom>
            <a:avLst/>
            <a:gdLst>
              <a:gd name="connsiteX0" fmla="*/ 0 w 4572000"/>
              <a:gd name="connsiteY0" fmla="*/ 2285974 h 2285974"/>
              <a:gd name="connsiteX1" fmla="*/ 113956 w 4572000"/>
              <a:gd name="connsiteY1" fmla="*/ 2283183 h 2285974"/>
              <a:gd name="connsiteX2" fmla="*/ 2283027 w 4572000"/>
              <a:gd name="connsiteY2" fmla="*/ 117584 h 2285974"/>
              <a:gd name="connsiteX3" fmla="*/ 2286000 w 4572000"/>
              <a:gd name="connsiteY3" fmla="*/ 0 h 2285974"/>
              <a:gd name="connsiteX4" fmla="*/ 2288973 w 4572000"/>
              <a:gd name="connsiteY4" fmla="*/ 117584 h 2285974"/>
              <a:gd name="connsiteX5" fmla="*/ 4458044 w 4572000"/>
              <a:gd name="connsiteY5" fmla="*/ 2283183 h 2285974"/>
              <a:gd name="connsiteX6" fmla="*/ 4572000 w 4572000"/>
              <a:gd name="connsiteY6" fmla="*/ 2285974 h 2285974"/>
              <a:gd name="connsiteX7" fmla="*/ 2286000 w 4572000"/>
              <a:gd name="connsiteY7" fmla="*/ 2285974 h 2285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72000" h="2285974">
                <a:moveTo>
                  <a:pt x="0" y="2285974"/>
                </a:moveTo>
                <a:lnTo>
                  <a:pt x="113956" y="2283183"/>
                </a:lnTo>
                <a:cubicBezTo>
                  <a:pt x="1284562" y="2225701"/>
                  <a:pt x="2223714" y="1287708"/>
                  <a:pt x="2283027" y="117584"/>
                </a:cubicBezTo>
                <a:lnTo>
                  <a:pt x="2286000" y="0"/>
                </a:lnTo>
                <a:lnTo>
                  <a:pt x="2288973" y="117584"/>
                </a:lnTo>
                <a:cubicBezTo>
                  <a:pt x="2348287" y="1287708"/>
                  <a:pt x="3287438" y="2225701"/>
                  <a:pt x="4458044" y="2283183"/>
                </a:cubicBezTo>
                <a:lnTo>
                  <a:pt x="4572000" y="2285974"/>
                </a:lnTo>
                <a:lnTo>
                  <a:pt x="2286000" y="2285974"/>
                </a:lnTo>
                <a:close/>
              </a:path>
            </a:pathLst>
          </a:custGeom>
          <a:solidFill>
            <a:schemeClr val="accent2">
              <a:lumMod val="40000"/>
              <a:lumOff val="6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0562028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Closing 1">
    <p:bg>
      <p:bgPr>
        <a:solidFill>
          <a:schemeClr val="accent2"/>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181407F-D7F6-56CB-135C-01868BC1917D}"/>
              </a:ext>
            </a:extLst>
          </p:cNvPr>
          <p:cNvSpPr>
            <a:spLocks noGrp="1"/>
          </p:cNvSpPr>
          <p:nvPr>
            <p:ph type="title" hasCustomPrompt="1"/>
          </p:nvPr>
        </p:nvSpPr>
        <p:spPr>
          <a:xfrm>
            <a:off x="1371597" y="1088211"/>
            <a:ext cx="4602483" cy="4896019"/>
          </a:xfrm>
        </p:spPr>
        <p:txBody>
          <a:bodyPr>
            <a:normAutofit/>
          </a:bodyPr>
          <a:lstStyle>
            <a:lvl1pPr>
              <a:defRPr sz="4800">
                <a:solidFill>
                  <a:schemeClr val="bg2"/>
                </a:solidFill>
              </a:defRPr>
            </a:lvl1pPr>
          </a:lstStyle>
          <a:p>
            <a:r>
              <a:rPr lang="en-US"/>
              <a:t>hi</a:t>
            </a:r>
          </a:p>
        </p:txBody>
      </p:sp>
      <p:sp>
        <p:nvSpPr>
          <p:cNvPr id="2" name="Rectangle 1">
            <a:extLst>
              <a:ext uri="{FF2B5EF4-FFF2-40B4-BE49-F238E27FC236}">
                <a16:creationId xmlns:a16="http://schemas.microsoft.com/office/drawing/2014/main" id="{7E517585-E867-BB06-B195-272DA0FD4799}"/>
              </a:ext>
              <a:ext uri="{C183D7F6-B498-43B3-948B-1728B52AA6E4}">
                <adec:decorative xmlns:adec="http://schemas.microsoft.com/office/drawing/2017/decorative" val="1"/>
              </a:ext>
            </a:extLst>
          </p:cNvPr>
          <p:cNvSpPr/>
          <p:nvPr userDrawn="1"/>
        </p:nvSpPr>
        <p:spPr>
          <a:xfrm>
            <a:off x="1" y="-8"/>
            <a:ext cx="12192000" cy="87392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92D9EBD-88FB-A2C3-7EC2-46DD7B53267E}"/>
              </a:ext>
              <a:ext uri="{C183D7F6-B498-43B3-948B-1728B52AA6E4}">
                <adec:decorative xmlns:adec="http://schemas.microsoft.com/office/drawing/2017/decorative" val="1"/>
              </a:ext>
            </a:extLst>
          </p:cNvPr>
          <p:cNvSpPr/>
          <p:nvPr userDrawn="1"/>
        </p:nvSpPr>
        <p:spPr>
          <a:xfrm rot="5400000">
            <a:off x="-2990939" y="2990938"/>
            <a:ext cx="6855801" cy="87392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22">
            <a:extLst>
              <a:ext uri="{FF2B5EF4-FFF2-40B4-BE49-F238E27FC236}">
                <a16:creationId xmlns:a16="http://schemas.microsoft.com/office/drawing/2014/main" id="{CB417425-9078-B6E8-97F7-BAA1536BA069}"/>
              </a:ext>
              <a:ext uri="{C183D7F6-B498-43B3-948B-1728B52AA6E4}">
                <adec:decorative xmlns:adec="http://schemas.microsoft.com/office/drawing/2017/decorative" val="1"/>
              </a:ext>
            </a:extLst>
          </p:cNvPr>
          <p:cNvSpPr>
            <a:spLocks noChangeAspect="1"/>
          </p:cNvSpPr>
          <p:nvPr userDrawn="1"/>
        </p:nvSpPr>
        <p:spPr>
          <a:xfrm flipH="1" flipV="1">
            <a:off x="0" y="-8"/>
            <a:ext cx="1745673" cy="877824"/>
          </a:xfrm>
          <a:custGeom>
            <a:avLst/>
            <a:gdLst>
              <a:gd name="connsiteX0" fmla="*/ 0 w 4572000"/>
              <a:gd name="connsiteY0" fmla="*/ 2285974 h 2285974"/>
              <a:gd name="connsiteX1" fmla="*/ 113956 w 4572000"/>
              <a:gd name="connsiteY1" fmla="*/ 2283183 h 2285974"/>
              <a:gd name="connsiteX2" fmla="*/ 2283027 w 4572000"/>
              <a:gd name="connsiteY2" fmla="*/ 117584 h 2285974"/>
              <a:gd name="connsiteX3" fmla="*/ 2286000 w 4572000"/>
              <a:gd name="connsiteY3" fmla="*/ 0 h 2285974"/>
              <a:gd name="connsiteX4" fmla="*/ 2288973 w 4572000"/>
              <a:gd name="connsiteY4" fmla="*/ 117584 h 2285974"/>
              <a:gd name="connsiteX5" fmla="*/ 4458044 w 4572000"/>
              <a:gd name="connsiteY5" fmla="*/ 2283183 h 2285974"/>
              <a:gd name="connsiteX6" fmla="*/ 4572000 w 4572000"/>
              <a:gd name="connsiteY6" fmla="*/ 2285974 h 2285974"/>
              <a:gd name="connsiteX7" fmla="*/ 2286000 w 4572000"/>
              <a:gd name="connsiteY7" fmla="*/ 2285974 h 2285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72000" h="2285974">
                <a:moveTo>
                  <a:pt x="0" y="2285974"/>
                </a:moveTo>
                <a:lnTo>
                  <a:pt x="113956" y="2283183"/>
                </a:lnTo>
                <a:cubicBezTo>
                  <a:pt x="1284562" y="2225701"/>
                  <a:pt x="2223714" y="1287708"/>
                  <a:pt x="2283027" y="117584"/>
                </a:cubicBezTo>
                <a:lnTo>
                  <a:pt x="2286000" y="0"/>
                </a:lnTo>
                <a:lnTo>
                  <a:pt x="2288973" y="117584"/>
                </a:lnTo>
                <a:cubicBezTo>
                  <a:pt x="2348287" y="1287708"/>
                  <a:pt x="3287438" y="2225701"/>
                  <a:pt x="4458044" y="2283183"/>
                </a:cubicBezTo>
                <a:lnTo>
                  <a:pt x="4572000" y="2285974"/>
                </a:lnTo>
                <a:lnTo>
                  <a:pt x="2286000" y="2285974"/>
                </a:lnTo>
                <a:close/>
              </a:path>
            </a:pathLst>
          </a:custGeom>
          <a:solidFill>
            <a:schemeClr val="accent2">
              <a:lumMod val="40000"/>
              <a:lumOff val="6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4">
            <a:extLst>
              <a:ext uri="{FF2B5EF4-FFF2-40B4-BE49-F238E27FC236}">
                <a16:creationId xmlns:a16="http://schemas.microsoft.com/office/drawing/2014/main" id="{D7F56B38-71B8-A745-8D9C-BBEA278F3FC5}"/>
              </a:ext>
              <a:ext uri="{C183D7F6-B498-43B3-948B-1728B52AA6E4}">
                <adec:decorative xmlns:adec="http://schemas.microsoft.com/office/drawing/2017/decorative" val="1"/>
              </a:ext>
            </a:extLst>
          </p:cNvPr>
          <p:cNvSpPr>
            <a:spLocks noChangeAspect="1"/>
          </p:cNvSpPr>
          <p:nvPr userDrawn="1"/>
        </p:nvSpPr>
        <p:spPr>
          <a:xfrm>
            <a:off x="9905999" y="4572027"/>
            <a:ext cx="2286000" cy="2285973"/>
          </a:xfrm>
          <a:custGeom>
            <a:avLst/>
            <a:gdLst>
              <a:gd name="connsiteX0" fmla="*/ 3200357 w 3200357"/>
              <a:gd name="connsiteY0" fmla="*/ 0 h 3200320"/>
              <a:gd name="connsiteX1" fmla="*/ 3200357 w 3200357"/>
              <a:gd name="connsiteY1" fmla="*/ 3200320 h 3200320"/>
              <a:gd name="connsiteX2" fmla="*/ 0 w 3200357"/>
              <a:gd name="connsiteY2" fmla="*/ 3200320 h 3200320"/>
              <a:gd name="connsiteX3" fmla="*/ 159536 w 3200357"/>
              <a:gd name="connsiteY3" fmla="*/ 3196412 h 3200320"/>
              <a:gd name="connsiteX4" fmla="*/ 3196195 w 3200357"/>
              <a:gd name="connsiteY4" fmla="*/ 164613 h 3200320"/>
              <a:gd name="connsiteX5" fmla="*/ 3200357 w 3200357"/>
              <a:gd name="connsiteY5" fmla="*/ 0 h 3200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0357" h="3200320">
                <a:moveTo>
                  <a:pt x="3200357" y="0"/>
                </a:moveTo>
                <a:lnTo>
                  <a:pt x="3200357" y="3200320"/>
                </a:lnTo>
                <a:lnTo>
                  <a:pt x="0" y="3200320"/>
                </a:lnTo>
                <a:lnTo>
                  <a:pt x="159536" y="3196412"/>
                </a:lnTo>
                <a:cubicBezTo>
                  <a:pt x="1798363" y="3115939"/>
                  <a:pt x="3113157" y="1802765"/>
                  <a:pt x="3196195" y="164613"/>
                </a:cubicBezTo>
                <a:lnTo>
                  <a:pt x="3200357" y="0"/>
                </a:lnTo>
                <a:close/>
              </a:path>
            </a:pathLst>
          </a:custGeom>
          <a:solidFill>
            <a:schemeClr val="accent2">
              <a:lumMod val="60000"/>
              <a:lumOff val="4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Content Placeholder 10">
            <a:extLst>
              <a:ext uri="{FF2B5EF4-FFF2-40B4-BE49-F238E27FC236}">
                <a16:creationId xmlns:a16="http://schemas.microsoft.com/office/drawing/2014/main" id="{45E5C644-63C0-D8A4-7EF1-1681AFB1F4D9}"/>
              </a:ext>
            </a:extLst>
          </p:cNvPr>
          <p:cNvSpPr>
            <a:spLocks noGrp="1"/>
          </p:cNvSpPr>
          <p:nvPr>
            <p:ph sz="quarter" idx="10" hasCustomPrompt="1"/>
          </p:nvPr>
        </p:nvSpPr>
        <p:spPr>
          <a:xfrm>
            <a:off x="6324599" y="1088210"/>
            <a:ext cx="4373564" cy="4894894"/>
          </a:xfrm>
        </p:spPr>
        <p:txBody>
          <a:bodyPr anchor="ctr">
            <a:normAutofit/>
          </a:bodyPr>
          <a:lstStyle>
            <a:lvl1pPr marL="0" indent="0">
              <a:spcBef>
                <a:spcPts val="0"/>
              </a:spcBef>
              <a:spcAft>
                <a:spcPts val="600"/>
              </a:spcAft>
              <a:buNone/>
              <a:defRPr sz="1800" b="1">
                <a:solidFill>
                  <a:schemeClr val="bg2"/>
                </a:solidFill>
              </a:defRPr>
            </a:lvl1pPr>
            <a:lvl2pPr marL="457200" indent="0">
              <a:spcBef>
                <a:spcPts val="0"/>
              </a:spcBef>
              <a:spcAft>
                <a:spcPts val="600"/>
              </a:spcAft>
              <a:buNone/>
              <a:defRPr sz="1600" b="1">
                <a:solidFill>
                  <a:schemeClr val="bg2"/>
                </a:solidFill>
              </a:defRPr>
            </a:lvl2pPr>
            <a:lvl3pPr marL="914400" indent="0">
              <a:spcBef>
                <a:spcPts val="0"/>
              </a:spcBef>
              <a:spcAft>
                <a:spcPts val="600"/>
              </a:spcAft>
              <a:buNone/>
              <a:defRPr sz="1400" b="1">
                <a:solidFill>
                  <a:schemeClr val="bg2"/>
                </a:solidFill>
              </a:defRPr>
            </a:lvl3pPr>
            <a:lvl4pPr marL="1371600" indent="0">
              <a:spcBef>
                <a:spcPts val="0"/>
              </a:spcBef>
              <a:spcAft>
                <a:spcPts val="600"/>
              </a:spcAft>
              <a:buNone/>
              <a:defRPr sz="1200" b="1">
                <a:solidFill>
                  <a:schemeClr val="bg2"/>
                </a:solidFill>
              </a:defRPr>
            </a:lvl4pPr>
            <a:lvl5pPr marL="1828800" indent="0">
              <a:spcBef>
                <a:spcPts val="0"/>
              </a:spcBef>
              <a:spcAft>
                <a:spcPts val="600"/>
              </a:spcAft>
              <a:buNone/>
              <a:defRPr sz="1200" b="1">
                <a:solidFill>
                  <a:schemeClr val="bg2"/>
                </a:solidFill>
              </a:defRPr>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5">
            <a:extLst>
              <a:ext uri="{FF2B5EF4-FFF2-40B4-BE49-F238E27FC236}">
                <a16:creationId xmlns:a16="http://schemas.microsoft.com/office/drawing/2014/main" id="{C663CA19-070F-D373-ED8C-B6F895D11B84}"/>
              </a:ext>
            </a:extLst>
          </p:cNvPr>
          <p:cNvSpPr>
            <a:spLocks noGrp="1"/>
          </p:cNvSpPr>
          <p:nvPr>
            <p:ph type="sldNum" sz="quarter" idx="4"/>
          </p:nvPr>
        </p:nvSpPr>
        <p:spPr>
          <a:xfrm>
            <a:off x="10896600" y="5983104"/>
            <a:ext cx="1295400" cy="874895"/>
          </a:xfrm>
          <a:prstGeom prst="rect">
            <a:avLst/>
          </a:prstGeom>
        </p:spPr>
        <p:txBody>
          <a:bodyPr vert="horz" lIns="91440" tIns="45720" rIns="91440" bIns="45720" rtlCol="0" anchor="ctr"/>
          <a:lstStyle>
            <a:lvl1pPr algn="ctr">
              <a:defRPr sz="1200">
                <a:solidFill>
                  <a:srgbClr val="FFFFFF"/>
                </a:solidFill>
                <a:latin typeface="+mj-lt"/>
              </a:defRPr>
            </a:lvl1pPr>
          </a:lstStyle>
          <a:p>
            <a:fld id="{08AB70BE-1769-45B8-85A6-0C837432C7E6}" type="slidenum">
              <a:rPr lang="en-US" smtClean="0"/>
              <a:pPr/>
              <a:t>‹#›</a:t>
            </a:fld>
            <a:endParaRPr lang="en-US"/>
          </a:p>
        </p:txBody>
      </p:sp>
    </p:spTree>
    <p:extLst>
      <p:ext uri="{BB962C8B-B14F-4D97-AF65-F5344CB8AC3E}">
        <p14:creationId xmlns:p14="http://schemas.microsoft.com/office/powerpoint/2010/main" val="10198281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2248"/>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7A08E557-10DB-421A-876E-1AE58F8E07C4}"/>
              </a:ext>
            </a:extLst>
          </p:cNvPr>
          <p:cNvSpPr/>
          <p:nvPr/>
        </p:nvSpPr>
        <p:spPr>
          <a:xfrm>
            <a:off x="8844703" y="3732560"/>
            <a:ext cx="3352193" cy="3125440"/>
          </a:xfrm>
          <a:custGeom>
            <a:avLst/>
            <a:gdLst>
              <a:gd name="connsiteX0" fmla="*/ 0 w 3352193"/>
              <a:gd name="connsiteY0" fmla="*/ 3125374 h 3125440"/>
              <a:gd name="connsiteX1" fmla="*/ 2579 w 3352193"/>
              <a:gd name="connsiteY1" fmla="*/ 3125440 h 3125440"/>
              <a:gd name="connsiteX2" fmla="*/ 0 w 3352193"/>
              <a:gd name="connsiteY2" fmla="*/ 3125440 h 3125440"/>
              <a:gd name="connsiteX3" fmla="*/ 3352193 w 3352193"/>
              <a:gd name="connsiteY3" fmla="*/ 0 h 3125440"/>
              <a:gd name="connsiteX4" fmla="*/ 3352193 w 3352193"/>
              <a:gd name="connsiteY4" fmla="*/ 3125440 h 3125440"/>
              <a:gd name="connsiteX5" fmla="*/ 2579 w 3352193"/>
              <a:gd name="connsiteY5" fmla="*/ 3125440 h 3125440"/>
              <a:gd name="connsiteX6" fmla="*/ 3348685 w 3352193"/>
              <a:gd name="connsiteY6" fmla="*/ 47035 h 312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2193" h="3125440">
                <a:moveTo>
                  <a:pt x="0" y="3125374"/>
                </a:moveTo>
                <a:lnTo>
                  <a:pt x="2579" y="3125440"/>
                </a:lnTo>
                <a:lnTo>
                  <a:pt x="0" y="3125440"/>
                </a:lnTo>
                <a:close/>
                <a:moveTo>
                  <a:pt x="3352193" y="0"/>
                </a:moveTo>
                <a:lnTo>
                  <a:pt x="3352193" y="3125440"/>
                </a:lnTo>
                <a:lnTo>
                  <a:pt x="2579" y="3125440"/>
                </a:lnTo>
                <a:cubicBezTo>
                  <a:pt x="1744073" y="3125440"/>
                  <a:pt x="3176441" y="1776129"/>
                  <a:pt x="3348685" y="47035"/>
                </a:cubicBezTo>
                <a:close/>
              </a:path>
            </a:pathLst>
          </a:cu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ooter Placeholder 4">
            <a:extLst>
              <a:ext uri="{FF2B5EF4-FFF2-40B4-BE49-F238E27FC236}">
                <a16:creationId xmlns:a16="http://schemas.microsoft.com/office/drawing/2014/main" id="{EC2EBCA0-8609-4F35-8CA7-7AD35FDACD73}"/>
              </a:ext>
            </a:extLst>
          </p:cNvPr>
          <p:cNvSpPr>
            <a:spLocks noGrp="1"/>
          </p:cNvSpPr>
          <p:nvPr>
            <p:ph type="ftr" sz="quarter" idx="3"/>
          </p:nvPr>
        </p:nvSpPr>
        <p:spPr>
          <a:xfrm>
            <a:off x="175613" y="6434560"/>
            <a:ext cx="3428012" cy="365125"/>
          </a:xfrm>
          <a:prstGeom prst="rect">
            <a:avLst/>
          </a:prstGeom>
        </p:spPr>
        <p:txBody>
          <a:bodyPr vert="horz" lIns="91440" tIns="45720" rIns="91440" bIns="45720" rtlCol="0" anchor="ctr"/>
          <a:lstStyle>
            <a:lvl1pPr algn="l">
              <a:defRPr sz="1050" spc="50" baseline="0">
                <a:solidFill>
                  <a:schemeClr val="accent2"/>
                </a:solidFill>
                <a:latin typeface="+mn-lt"/>
              </a:defRPr>
            </a:lvl1pPr>
          </a:lstStyle>
          <a:p>
            <a:endParaRPr lang="en-US" sz="1000"/>
          </a:p>
        </p:txBody>
      </p:sp>
      <p:sp>
        <p:nvSpPr>
          <p:cNvPr id="2" name="Title Placeholder 1">
            <a:extLst>
              <a:ext uri="{FF2B5EF4-FFF2-40B4-BE49-F238E27FC236}">
                <a16:creationId xmlns:a16="http://schemas.microsoft.com/office/drawing/2014/main" id="{BFDA9639-38D2-4CD4-A861-F6B4C6CB99BD}"/>
              </a:ext>
            </a:extLst>
          </p:cNvPr>
          <p:cNvSpPr>
            <a:spLocks noGrp="1"/>
          </p:cNvSpPr>
          <p:nvPr>
            <p:ph type="title"/>
          </p:nvPr>
        </p:nvSpPr>
        <p:spPr>
          <a:xfrm>
            <a:off x="908775" y="590372"/>
            <a:ext cx="10202248" cy="132589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DAF00B1-16C1-47B3-A7A0-B71468312896}"/>
              </a:ext>
            </a:extLst>
          </p:cNvPr>
          <p:cNvSpPr>
            <a:spLocks noGrp="1"/>
          </p:cNvSpPr>
          <p:nvPr>
            <p:ph type="body" idx="1"/>
          </p:nvPr>
        </p:nvSpPr>
        <p:spPr>
          <a:xfrm>
            <a:off x="918825" y="1916262"/>
            <a:ext cx="10192198" cy="4133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CF9501-5B6B-4DAF-B59D-3C129ED805AC}"/>
              </a:ext>
            </a:extLst>
          </p:cNvPr>
          <p:cNvSpPr>
            <a:spLocks noGrp="1"/>
          </p:cNvSpPr>
          <p:nvPr>
            <p:ph type="dt" sz="half" idx="2"/>
          </p:nvPr>
        </p:nvSpPr>
        <p:spPr>
          <a:xfrm>
            <a:off x="9017000" y="6433202"/>
            <a:ext cx="2374150" cy="367841"/>
          </a:xfrm>
          <a:prstGeom prst="rect">
            <a:avLst/>
          </a:prstGeom>
        </p:spPr>
        <p:txBody>
          <a:bodyPr vert="horz" lIns="91440" tIns="45720" rIns="91440" bIns="45720" rtlCol="0" anchor="ctr"/>
          <a:lstStyle>
            <a:lvl1pPr algn="r">
              <a:defRPr sz="1050" spc="50" baseline="0">
                <a:solidFill>
                  <a:srgbClr val="FFFFFF"/>
                </a:solidFill>
                <a:latin typeface="+mn-lt"/>
              </a:defRPr>
            </a:lvl1pPr>
          </a:lstStyle>
          <a:p>
            <a:endParaRPr lang="en-US"/>
          </a:p>
        </p:txBody>
      </p:sp>
      <p:sp>
        <p:nvSpPr>
          <p:cNvPr id="6" name="Slide Number Placeholder 5">
            <a:extLst>
              <a:ext uri="{FF2B5EF4-FFF2-40B4-BE49-F238E27FC236}">
                <a16:creationId xmlns:a16="http://schemas.microsoft.com/office/drawing/2014/main" id="{37685DBD-B7AE-41D8-8CF1-B21CD58E1B45}"/>
              </a:ext>
            </a:extLst>
          </p:cNvPr>
          <p:cNvSpPr>
            <a:spLocks noGrp="1"/>
          </p:cNvSpPr>
          <p:nvPr>
            <p:ph type="sldNum" sz="quarter" idx="4"/>
          </p:nvPr>
        </p:nvSpPr>
        <p:spPr>
          <a:xfrm>
            <a:off x="11391150" y="6433203"/>
            <a:ext cx="693263" cy="367842"/>
          </a:xfrm>
          <a:prstGeom prst="rect">
            <a:avLst/>
          </a:prstGeom>
        </p:spPr>
        <p:txBody>
          <a:bodyPr vert="horz" lIns="91440" tIns="45720" rIns="91440" bIns="45720" rtlCol="0" anchor="ctr"/>
          <a:lstStyle>
            <a:lvl1pPr algn="r">
              <a:defRPr sz="2000">
                <a:solidFill>
                  <a:srgbClr val="FFFFFF"/>
                </a:solidFill>
                <a:latin typeface="+mj-lt"/>
              </a:defRPr>
            </a:lvl1pPr>
          </a:lstStyle>
          <a:p>
            <a:fld id="{08AB70BE-1769-45B8-85A6-0C837432C7E6}" type="slidenum">
              <a:rPr lang="en-US" smtClean="0"/>
              <a:pPr/>
              <a:t>‹#›</a:t>
            </a:fld>
            <a:endParaRPr lang="en-US"/>
          </a:p>
        </p:txBody>
      </p:sp>
    </p:spTree>
    <p:extLst>
      <p:ext uri="{BB962C8B-B14F-4D97-AF65-F5344CB8AC3E}">
        <p14:creationId xmlns:p14="http://schemas.microsoft.com/office/powerpoint/2010/main" val="3130536433"/>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36" r:id="rId13"/>
  </p:sldLayoutIdLst>
  <p:hf hdr="0" ftr="0" dt="0"/>
  <p:txStyles>
    <p:titleStyle>
      <a:lvl1pPr algn="l" defTabSz="914400" rtl="0" eaLnBrk="1" latinLnBrk="0" hangingPunct="1">
        <a:lnSpc>
          <a:spcPct val="90000"/>
        </a:lnSpc>
        <a:spcBef>
          <a:spcPct val="0"/>
        </a:spcBef>
        <a:buNone/>
        <a:defRPr sz="4000" kern="1200">
          <a:solidFill>
            <a:schemeClr val="accent2"/>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5"/>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Clr>
          <a:schemeClr val="accent5"/>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Clr>
          <a:schemeClr val="accent5"/>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Clr>
          <a:schemeClr val="accent5"/>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Clr>
          <a:schemeClr val="accent5"/>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2736">
          <p15:clr>
            <a:srgbClr val="F26B43"/>
          </p15:clr>
        </p15:guide>
        <p15:guide id="4" orient="horz" pos="3312">
          <p15:clr>
            <a:srgbClr val="F26B43"/>
          </p15:clr>
        </p15:guide>
        <p15:guide id="5" orient="horz" pos="432">
          <p15:clr>
            <a:srgbClr val="F26B43"/>
          </p15:clr>
        </p15:guide>
        <p15:guide id="7" pos="4416">
          <p15:clr>
            <a:srgbClr val="F26B43"/>
          </p15:clr>
        </p15:guide>
        <p15:guide id="8" pos="5568">
          <p15:clr>
            <a:srgbClr val="F26B43"/>
          </p15:clr>
        </p15:guide>
        <p15:guide id="9" pos="7296">
          <p15:clr>
            <a:srgbClr val="F26B43"/>
          </p15:clr>
        </p15:guide>
        <p15:guide id="10" pos="2688">
          <p15:clr>
            <a:srgbClr val="F26B43"/>
          </p15:clr>
        </p15:guide>
        <p15:guide id="11" pos="1536">
          <p15:clr>
            <a:srgbClr val="F26B43"/>
          </p15:clr>
        </p15:guide>
        <p15:guide id="12" pos="384">
          <p15:clr>
            <a:srgbClr val="F26B43"/>
          </p15:clr>
        </p15:guide>
        <p15:guide id="13" pos="2112">
          <p15:clr>
            <a:srgbClr val="F26B43"/>
          </p15:clr>
        </p15:guide>
        <p15:guide id="14" pos="4992">
          <p15:clr>
            <a:srgbClr val="F26B43"/>
          </p15:clr>
        </p15:guide>
        <p15:guide id="15" pos="6720">
          <p15:clr>
            <a:srgbClr val="F26B43"/>
          </p15:clr>
        </p15:guide>
        <p15:guide id="16" pos="960">
          <p15:clr>
            <a:srgbClr val="F26B43"/>
          </p15:clr>
        </p15:guide>
        <p15:guide id="17" pos="3264">
          <p15:clr>
            <a:srgbClr val="F26B43"/>
          </p15:clr>
        </p15:guide>
        <p15:guide id="18" orient="horz" pos="1008">
          <p15:clr>
            <a:srgbClr val="F26B43"/>
          </p15:clr>
        </p15:guide>
        <p15:guide id="19" orient="horz" pos="3888">
          <p15:clr>
            <a:srgbClr val="F26B43"/>
          </p15:clr>
        </p15:guide>
        <p15:guide id="20" pos="6144">
          <p15:clr>
            <a:srgbClr val="F26B43"/>
          </p15:clr>
        </p15:guide>
        <p15:guide id="21" orient="horz" pos="1584">
          <p15:clr>
            <a:srgbClr val="F26B43"/>
          </p15:clr>
        </p15:guide>
        <p15:guide id="22" pos="576">
          <p15:clr>
            <a:srgbClr val="F26B43"/>
          </p15:clr>
        </p15:guide>
        <p15:guide id="23" pos="7104">
          <p15:clr>
            <a:srgbClr val="F26B43"/>
          </p15:clr>
        </p15:guide>
        <p15:guide id="24" pos="768">
          <p15:clr>
            <a:srgbClr val="F26B43"/>
          </p15:clr>
        </p15:guide>
        <p15:guide id="25" pos="691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hyperlink" Target="https://www.kaggle.com/datasets/atharvasoundankar/viral-social-media-trends-and-engagement-analysis?utm_source=chatgpt.com" TargetMode="External"/><Relationship Id="rId2" Type="http://schemas.openxmlformats.org/officeDocument/2006/relationships/hyperlink" Target="https://www.cnbc.com/" TargetMode="External"/><Relationship Id="rId1" Type="http://schemas.openxmlformats.org/officeDocument/2006/relationships/slideLayout" Target="../slideLayouts/slideLayout2.xml"/><Relationship Id="rId5" Type="http://schemas.openxmlformats.org/officeDocument/2006/relationships/hyperlink" Target="https://doi.org/10.1145/3517342" TargetMode="External"/><Relationship Id="rId4" Type="http://schemas.openxmlformats.org/officeDocument/2006/relationships/hyperlink" Target="https://doi.org/10.1109/ACCESS.2020.3022937"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0D9AD-F97D-8DCF-97C2-FEE69475C0BC}"/>
              </a:ext>
            </a:extLst>
          </p:cNvPr>
          <p:cNvSpPr>
            <a:spLocks noGrp="1"/>
          </p:cNvSpPr>
          <p:nvPr>
            <p:ph type="title"/>
          </p:nvPr>
        </p:nvSpPr>
        <p:spPr>
          <a:xfrm>
            <a:off x="1833477" y="2533496"/>
            <a:ext cx="8880644" cy="1472741"/>
          </a:xfrm>
        </p:spPr>
        <p:txBody>
          <a:bodyPr>
            <a:normAutofit fontScale="90000"/>
          </a:bodyPr>
          <a:lstStyle/>
          <a:p>
            <a:r>
              <a:rPr lang="en-US" dirty="0"/>
              <a:t> </a:t>
            </a:r>
            <a:r>
              <a:rPr lang="en-US" dirty="0">
                <a:solidFill>
                  <a:srgbClr val="002248"/>
                </a:solidFill>
              </a:rPr>
              <a:t>Features of  Social Media Posts That Drive </a:t>
            </a:r>
            <a:r>
              <a:rPr lang="en-US" sz="4700" dirty="0">
                <a:solidFill>
                  <a:srgbClr val="002248"/>
                </a:solidFill>
              </a:rPr>
              <a:t>Higher</a:t>
            </a:r>
            <a:r>
              <a:rPr lang="en-US" dirty="0">
                <a:solidFill>
                  <a:srgbClr val="002248"/>
                </a:solidFill>
              </a:rPr>
              <a:t> Engagement</a:t>
            </a:r>
          </a:p>
        </p:txBody>
      </p:sp>
      <p:sp>
        <p:nvSpPr>
          <p:cNvPr id="3" name="Slide Number Placeholder 2">
            <a:extLst>
              <a:ext uri="{FF2B5EF4-FFF2-40B4-BE49-F238E27FC236}">
                <a16:creationId xmlns:a16="http://schemas.microsoft.com/office/drawing/2014/main" id="{5D9882FA-049D-25F3-3F24-590E9D0F184A}"/>
              </a:ext>
            </a:extLst>
          </p:cNvPr>
          <p:cNvSpPr>
            <a:spLocks noGrp="1"/>
          </p:cNvSpPr>
          <p:nvPr>
            <p:ph type="sldNum" sz="quarter" idx="4"/>
          </p:nvPr>
        </p:nvSpPr>
        <p:spPr/>
        <p:txBody>
          <a:bodyPr/>
          <a:lstStyle/>
          <a:p>
            <a:fld id="{08AB70BE-1769-45B8-85A6-0C837432C7E6}" type="slidenum">
              <a:rPr lang="en-US" smtClean="0"/>
              <a:pPr/>
              <a:t>1</a:t>
            </a:fld>
            <a:endParaRPr lang="en-US"/>
          </a:p>
        </p:txBody>
      </p:sp>
      <p:sp>
        <p:nvSpPr>
          <p:cNvPr id="7" name="TextBox 6">
            <a:extLst>
              <a:ext uri="{FF2B5EF4-FFF2-40B4-BE49-F238E27FC236}">
                <a16:creationId xmlns:a16="http://schemas.microsoft.com/office/drawing/2014/main" id="{97D28F82-B270-1821-5FC4-D588731DDCC3}"/>
              </a:ext>
            </a:extLst>
          </p:cNvPr>
          <p:cNvSpPr txBox="1"/>
          <p:nvPr/>
        </p:nvSpPr>
        <p:spPr>
          <a:xfrm>
            <a:off x="2659379" y="4635341"/>
            <a:ext cx="6873240" cy="1600438"/>
          </a:xfrm>
          <a:prstGeom prst="rect">
            <a:avLst/>
          </a:prstGeom>
          <a:noFill/>
        </p:spPr>
        <p:txBody>
          <a:bodyPr wrap="square" rtlCol="0">
            <a:spAutoFit/>
          </a:bodyPr>
          <a:lstStyle/>
          <a:p>
            <a:pPr algn="ctr"/>
            <a:r>
              <a:rPr lang="en-US" sz="2000">
                <a:solidFill>
                  <a:srgbClr val="002248"/>
                </a:solidFill>
                <a:latin typeface="Calibri" panose="020F0502020204030204" pitchFamily="34" charset="0"/>
                <a:ea typeface="Calibri" panose="020F0502020204030204" pitchFamily="34" charset="0"/>
                <a:cs typeface="Calibri" panose="020F0502020204030204" pitchFamily="34" charset="0"/>
              </a:rPr>
              <a:t>Sharon Smith</a:t>
            </a:r>
            <a:br>
              <a:rPr lang="en-US" sz="2000">
                <a:solidFill>
                  <a:srgbClr val="002248"/>
                </a:solidFill>
                <a:latin typeface="Calibri" panose="020F0502020204030204" pitchFamily="34" charset="0"/>
                <a:ea typeface="Calibri" panose="020F0502020204030204" pitchFamily="34" charset="0"/>
                <a:cs typeface="Calibri" panose="020F0502020204030204" pitchFamily="34" charset="0"/>
              </a:rPr>
            </a:br>
            <a:r>
              <a:rPr lang="en-US" sz="2000">
                <a:solidFill>
                  <a:srgbClr val="002248"/>
                </a:solidFill>
                <a:latin typeface="Calibri" panose="020F0502020204030204" pitchFamily="34" charset="0"/>
                <a:ea typeface="Calibri" panose="020F0502020204030204" pitchFamily="34" charset="0"/>
                <a:cs typeface="Calibri" panose="020F0502020204030204" pitchFamily="34" charset="0"/>
              </a:rPr>
              <a:t>CSCI 5010: Programming for Data Analytics</a:t>
            </a:r>
            <a:br>
              <a:rPr lang="en-US" sz="2000">
                <a:solidFill>
                  <a:srgbClr val="002248"/>
                </a:solidFill>
                <a:latin typeface="Calibri" panose="020F0502020204030204" pitchFamily="34" charset="0"/>
                <a:ea typeface="Calibri" panose="020F0502020204030204" pitchFamily="34" charset="0"/>
                <a:cs typeface="Calibri" panose="020F0502020204030204" pitchFamily="34" charset="0"/>
              </a:rPr>
            </a:br>
            <a:r>
              <a:rPr lang="en-US" sz="2000">
                <a:solidFill>
                  <a:srgbClr val="002248"/>
                </a:solidFill>
                <a:latin typeface="Calibri" panose="020F0502020204030204" pitchFamily="34" charset="0"/>
                <a:ea typeface="Calibri" panose="020F0502020204030204" pitchFamily="34" charset="0"/>
                <a:cs typeface="Calibri" panose="020F0502020204030204" pitchFamily="34" charset="0"/>
              </a:rPr>
              <a:t>Instructor: Dr. Ahmad Al Doulat</a:t>
            </a:r>
          </a:p>
          <a:p>
            <a:pPr algn="ctr"/>
            <a:r>
              <a:rPr lang="en-US" sz="2000">
                <a:solidFill>
                  <a:srgbClr val="002248"/>
                </a:solidFill>
                <a:latin typeface="Calibri" panose="020F0502020204030204" pitchFamily="34" charset="0"/>
                <a:ea typeface="Calibri" panose="020F0502020204030204" pitchFamily="34" charset="0"/>
                <a:cs typeface="Calibri" panose="020F0502020204030204" pitchFamily="34" charset="0"/>
              </a:rPr>
              <a:t>East Tennessee State University</a:t>
            </a:r>
            <a:br>
              <a:rPr lang="en-US">
                <a:solidFill>
                  <a:schemeClr val="bg1"/>
                </a:solidFill>
              </a:rPr>
            </a:br>
            <a:endParaRPr lang="en-US"/>
          </a:p>
        </p:txBody>
      </p:sp>
      <p:pic>
        <p:nvPicPr>
          <p:cNvPr id="3074" name="Picture 2" descr="Download ETSU Logo Vector &amp; PNG - Brand Logo Vector">
            <a:extLst>
              <a:ext uri="{FF2B5EF4-FFF2-40B4-BE49-F238E27FC236}">
                <a16:creationId xmlns:a16="http://schemas.microsoft.com/office/drawing/2014/main" id="{EFC76C87-C3DD-EF02-BF8D-323ECFE4CD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7860" y="323242"/>
            <a:ext cx="4067175" cy="1581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1048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8354E4A1-6024-4D18-89EA-EB7EF53D3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184965AF-C953-45C8-BD68-12F8B58810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56" y="0"/>
            <a:ext cx="12186844" cy="2128964"/>
          </a:xfrm>
          <a:custGeom>
            <a:avLst/>
            <a:gdLst>
              <a:gd name="connsiteX0" fmla="*/ 0 w 12186844"/>
              <a:gd name="connsiteY0" fmla="*/ 0 h 2128964"/>
              <a:gd name="connsiteX1" fmla="*/ 12186844 w 12186844"/>
              <a:gd name="connsiteY1" fmla="*/ 0 h 2128964"/>
              <a:gd name="connsiteX2" fmla="*/ 12186844 w 12186844"/>
              <a:gd name="connsiteY2" fmla="*/ 2128964 h 2128964"/>
              <a:gd name="connsiteX3" fmla="*/ 2247277 w 12186844"/>
              <a:gd name="connsiteY3" fmla="*/ 2128964 h 2128964"/>
              <a:gd name="connsiteX4" fmla="*/ 2326545 w 12186844"/>
              <a:gd name="connsiteY4" fmla="*/ 2125211 h 2128964"/>
              <a:gd name="connsiteX5" fmla="*/ 2191729 w 12186844"/>
              <a:gd name="connsiteY5" fmla="*/ 2118828 h 2128964"/>
              <a:gd name="connsiteX6" fmla="*/ 66975 w 12186844"/>
              <a:gd name="connsiteY6" fmla="*/ 349781 h 2128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6844" h="2128964">
                <a:moveTo>
                  <a:pt x="0" y="0"/>
                </a:moveTo>
                <a:lnTo>
                  <a:pt x="12186844" y="0"/>
                </a:lnTo>
                <a:lnTo>
                  <a:pt x="12186844" y="2128964"/>
                </a:lnTo>
                <a:lnTo>
                  <a:pt x="2247277" y="2128964"/>
                </a:lnTo>
                <a:lnTo>
                  <a:pt x="2326545" y="2125211"/>
                </a:lnTo>
                <a:lnTo>
                  <a:pt x="2191729" y="2118828"/>
                </a:lnTo>
                <a:cubicBezTo>
                  <a:pt x="1174891" y="2022044"/>
                  <a:pt x="338983" y="1304706"/>
                  <a:pt x="66975" y="34978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Freeform: Shape 45">
            <a:extLst>
              <a:ext uri="{FF2B5EF4-FFF2-40B4-BE49-F238E27FC236}">
                <a16:creationId xmlns:a16="http://schemas.microsoft.com/office/drawing/2014/main" id="{2DECE677-C1FD-4829-8D4A-3C19A04A36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33672" y="0"/>
            <a:ext cx="2353172" cy="2431959"/>
          </a:xfrm>
          <a:custGeom>
            <a:avLst/>
            <a:gdLst>
              <a:gd name="connsiteX0" fmla="*/ 0 w 2353172"/>
              <a:gd name="connsiteY0" fmla="*/ 0 h 2431959"/>
              <a:gd name="connsiteX1" fmla="*/ 2353172 w 2353172"/>
              <a:gd name="connsiteY1" fmla="*/ 0 h 2431959"/>
              <a:gd name="connsiteX2" fmla="*/ 2353172 w 2353172"/>
              <a:gd name="connsiteY2" fmla="*/ 2431959 h 2431959"/>
              <a:gd name="connsiteX3" fmla="*/ 2352312 w 2353172"/>
              <a:gd name="connsiteY3" fmla="*/ 2431959 h 2431959"/>
              <a:gd name="connsiteX4" fmla="*/ 2340504 w 2353172"/>
              <a:gd name="connsiteY4" fmla="*/ 2198113 h 2431959"/>
              <a:gd name="connsiteX5" fmla="*/ 134816 w 2353172"/>
              <a:gd name="connsiteY5" fmla="*/ 6383 h 2431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53172" h="2431959">
                <a:moveTo>
                  <a:pt x="0" y="0"/>
                </a:moveTo>
                <a:lnTo>
                  <a:pt x="2353172" y="0"/>
                </a:lnTo>
                <a:lnTo>
                  <a:pt x="2353172" y="2431959"/>
                </a:lnTo>
                <a:lnTo>
                  <a:pt x="2352312" y="2431959"/>
                </a:lnTo>
                <a:lnTo>
                  <a:pt x="2340504" y="2198113"/>
                </a:lnTo>
                <a:cubicBezTo>
                  <a:pt x="2222700" y="1038123"/>
                  <a:pt x="1296917" y="116993"/>
                  <a:pt x="134816" y="6383"/>
                </a:cubicBezTo>
                <a:close/>
              </a:path>
            </a:pathLst>
          </a:custGeom>
          <a:solidFill>
            <a:schemeClr val="accent2">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3">
            <a:extLst>
              <a:ext uri="{FF2B5EF4-FFF2-40B4-BE49-F238E27FC236}">
                <a16:creationId xmlns:a16="http://schemas.microsoft.com/office/drawing/2014/main" id="{39DE4F24-2A87-CB0A-48DA-BC75196435BF}"/>
              </a:ext>
            </a:extLst>
          </p:cNvPr>
          <p:cNvSpPr>
            <a:spLocks noGrp="1"/>
          </p:cNvSpPr>
          <p:nvPr>
            <p:ph type="title"/>
          </p:nvPr>
        </p:nvSpPr>
        <p:spPr>
          <a:xfrm>
            <a:off x="914400" y="510988"/>
            <a:ext cx="9344578" cy="1156448"/>
          </a:xfrm>
        </p:spPr>
        <p:txBody>
          <a:bodyPr>
            <a:normAutofit/>
          </a:bodyPr>
          <a:lstStyle/>
          <a:p>
            <a:r>
              <a:rPr lang="en-US">
                <a:solidFill>
                  <a:srgbClr val="002248"/>
                </a:solidFill>
              </a:rPr>
              <a:t>Introduction &amp; Motivation</a:t>
            </a:r>
          </a:p>
        </p:txBody>
      </p:sp>
      <p:sp>
        <p:nvSpPr>
          <p:cNvPr id="3" name="Slide Number Placeholder 2">
            <a:extLst>
              <a:ext uri="{FF2B5EF4-FFF2-40B4-BE49-F238E27FC236}">
                <a16:creationId xmlns:a16="http://schemas.microsoft.com/office/drawing/2014/main" id="{DA663704-3E0A-F444-59D5-B0765DE63DC0}"/>
              </a:ext>
            </a:extLst>
          </p:cNvPr>
          <p:cNvSpPr>
            <a:spLocks noGrp="1"/>
          </p:cNvSpPr>
          <p:nvPr>
            <p:ph type="sldNum" sz="quarter" idx="12"/>
          </p:nvPr>
        </p:nvSpPr>
        <p:spPr>
          <a:xfrm>
            <a:off x="11391152" y="6434524"/>
            <a:ext cx="693261" cy="365125"/>
          </a:xfrm>
        </p:spPr>
        <p:txBody>
          <a:bodyPr>
            <a:normAutofit/>
          </a:bodyPr>
          <a:lstStyle/>
          <a:p>
            <a:pPr>
              <a:lnSpc>
                <a:spcPct val="90000"/>
              </a:lnSpc>
              <a:spcAft>
                <a:spcPts val="600"/>
              </a:spcAft>
            </a:pPr>
            <a:fld id="{08AB70BE-1769-45B8-85A6-0C837432C7E6}" type="slidenum">
              <a:rPr lang="en-US" sz="1900" smtClean="0">
                <a:solidFill>
                  <a:schemeClr val="accent2"/>
                </a:solidFill>
              </a:rPr>
              <a:pPr>
                <a:lnSpc>
                  <a:spcPct val="90000"/>
                </a:lnSpc>
                <a:spcAft>
                  <a:spcPts val="600"/>
                </a:spcAft>
              </a:pPr>
              <a:t>2</a:t>
            </a:fld>
            <a:endParaRPr lang="en-US" sz="1900">
              <a:solidFill>
                <a:schemeClr val="accent2"/>
              </a:solidFill>
            </a:endParaRPr>
          </a:p>
        </p:txBody>
      </p:sp>
      <p:sp>
        <p:nvSpPr>
          <p:cNvPr id="2" name="Rectangle 1">
            <a:extLst>
              <a:ext uri="{FF2B5EF4-FFF2-40B4-BE49-F238E27FC236}">
                <a16:creationId xmlns:a16="http://schemas.microsoft.com/office/drawing/2014/main" id="{5EB97254-6993-C56B-1FE8-13BAC215093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 name="Content Placeholder 8">
            <a:extLst>
              <a:ext uri="{FF2B5EF4-FFF2-40B4-BE49-F238E27FC236}">
                <a16:creationId xmlns:a16="http://schemas.microsoft.com/office/drawing/2014/main" id="{2482096A-61AE-74E2-C59A-78502AFE8C24}"/>
              </a:ext>
            </a:extLst>
          </p:cNvPr>
          <p:cNvGraphicFramePr>
            <a:graphicFrameLocks noGrp="1"/>
          </p:cNvGraphicFramePr>
          <p:nvPr>
            <p:ph idx="1"/>
            <p:extLst>
              <p:ext uri="{D42A27DB-BD31-4B8C-83A1-F6EECF244321}">
                <p14:modId xmlns:p14="http://schemas.microsoft.com/office/powerpoint/2010/main" val="3418137316"/>
              </p:ext>
            </p:extLst>
          </p:nvPr>
        </p:nvGraphicFramePr>
        <p:xfrm>
          <a:off x="914400" y="2593073"/>
          <a:ext cx="10744200" cy="38414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961728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12E64B-C905-DAB1-8C67-F2C431B160C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7CA590B-D812-DFF9-D177-4E7F6364BF05}"/>
              </a:ext>
            </a:extLst>
          </p:cNvPr>
          <p:cNvSpPr>
            <a:spLocks noGrp="1"/>
          </p:cNvSpPr>
          <p:nvPr>
            <p:ph type="title"/>
          </p:nvPr>
        </p:nvSpPr>
        <p:spPr/>
        <p:txBody>
          <a:bodyPr/>
          <a:lstStyle/>
          <a:p>
            <a:r>
              <a:rPr lang="en-US">
                <a:solidFill>
                  <a:srgbClr val="002060"/>
                </a:solidFill>
              </a:rPr>
              <a:t>Literature Review </a:t>
            </a:r>
          </a:p>
        </p:txBody>
      </p:sp>
      <p:graphicFrame>
        <p:nvGraphicFramePr>
          <p:cNvPr id="2" name="Content Placeholder 1">
            <a:extLst>
              <a:ext uri="{FF2B5EF4-FFF2-40B4-BE49-F238E27FC236}">
                <a16:creationId xmlns:a16="http://schemas.microsoft.com/office/drawing/2014/main" id="{5776F2BB-0516-1AFA-200F-7A823D6ADD19}"/>
              </a:ext>
            </a:extLst>
          </p:cNvPr>
          <p:cNvGraphicFramePr>
            <a:graphicFrameLocks noGrp="1"/>
          </p:cNvGraphicFramePr>
          <p:nvPr>
            <p:ph idx="1"/>
            <p:extLst>
              <p:ext uri="{D42A27DB-BD31-4B8C-83A1-F6EECF244321}">
                <p14:modId xmlns:p14="http://schemas.microsoft.com/office/powerpoint/2010/main" val="2254699291"/>
              </p:ext>
            </p:extLst>
          </p:nvPr>
        </p:nvGraphicFramePr>
        <p:xfrm>
          <a:off x="914400" y="1919287"/>
          <a:ext cx="9915525" cy="46186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6B1B0CC0-7E28-FD9C-6FC5-F038B57B7B75}"/>
              </a:ext>
            </a:extLst>
          </p:cNvPr>
          <p:cNvSpPr>
            <a:spLocks noGrp="1"/>
          </p:cNvSpPr>
          <p:nvPr>
            <p:ph type="sldNum" sz="quarter" idx="12"/>
          </p:nvPr>
        </p:nvSpPr>
        <p:spPr/>
        <p:txBody>
          <a:bodyPr/>
          <a:lstStyle/>
          <a:p>
            <a:fld id="{08AB70BE-1769-45B8-85A6-0C837432C7E6}" type="slidenum">
              <a:rPr lang="en-US" smtClean="0">
                <a:solidFill>
                  <a:srgbClr val="002248"/>
                </a:solidFill>
              </a:rPr>
              <a:pPr/>
              <a:t>3</a:t>
            </a:fld>
            <a:endParaRPr lang="en-US">
              <a:solidFill>
                <a:srgbClr val="002248"/>
              </a:solidFill>
            </a:endParaRPr>
          </a:p>
        </p:txBody>
      </p:sp>
      <p:sp>
        <p:nvSpPr>
          <p:cNvPr id="6" name="TextBox 5">
            <a:extLst>
              <a:ext uri="{FF2B5EF4-FFF2-40B4-BE49-F238E27FC236}">
                <a16:creationId xmlns:a16="http://schemas.microsoft.com/office/drawing/2014/main" id="{55C4FA8E-CF6E-90DA-CC55-1FCEA665BFBD}"/>
              </a:ext>
            </a:extLst>
          </p:cNvPr>
          <p:cNvSpPr txBox="1"/>
          <p:nvPr/>
        </p:nvSpPr>
        <p:spPr>
          <a:xfrm>
            <a:off x="1040130" y="2297430"/>
            <a:ext cx="2788920" cy="461665"/>
          </a:xfrm>
          <a:prstGeom prst="rect">
            <a:avLst/>
          </a:prstGeom>
          <a:noFill/>
        </p:spPr>
        <p:txBody>
          <a:bodyPr wrap="square" rtlCol="0">
            <a:spAutoFit/>
          </a:bodyPr>
          <a:lstStyle/>
          <a:p>
            <a:r>
              <a:rPr lang="en-US" sz="2400" dirty="0">
                <a:solidFill>
                  <a:srgbClr val="002248"/>
                </a:solidFill>
                <a:latin typeface="+mj-lt"/>
                <a:cs typeface="Arial" panose="020B0604020202020204" pitchFamily="34" charset="0"/>
              </a:rPr>
              <a:t>Prior Studies </a:t>
            </a:r>
          </a:p>
        </p:txBody>
      </p:sp>
      <p:sp>
        <p:nvSpPr>
          <p:cNvPr id="7" name="TextBox 6">
            <a:extLst>
              <a:ext uri="{FF2B5EF4-FFF2-40B4-BE49-F238E27FC236}">
                <a16:creationId xmlns:a16="http://schemas.microsoft.com/office/drawing/2014/main" id="{262DA938-CC8D-462B-411B-31D27235EE34}"/>
              </a:ext>
            </a:extLst>
          </p:cNvPr>
          <p:cNvSpPr txBox="1"/>
          <p:nvPr/>
        </p:nvSpPr>
        <p:spPr>
          <a:xfrm>
            <a:off x="4503420" y="2320290"/>
            <a:ext cx="2686050" cy="461665"/>
          </a:xfrm>
          <a:prstGeom prst="rect">
            <a:avLst/>
          </a:prstGeom>
          <a:noFill/>
        </p:spPr>
        <p:txBody>
          <a:bodyPr wrap="square" rtlCol="0">
            <a:spAutoFit/>
          </a:bodyPr>
          <a:lstStyle/>
          <a:p>
            <a:pPr algn="ctr"/>
            <a:r>
              <a:rPr lang="en-US" sz="2400">
                <a:solidFill>
                  <a:srgbClr val="002060"/>
                </a:solidFill>
                <a:latin typeface="+mj-lt"/>
              </a:rPr>
              <a:t>Gap</a:t>
            </a:r>
          </a:p>
        </p:txBody>
      </p:sp>
      <p:sp>
        <p:nvSpPr>
          <p:cNvPr id="8" name="TextBox 7">
            <a:extLst>
              <a:ext uri="{FF2B5EF4-FFF2-40B4-BE49-F238E27FC236}">
                <a16:creationId xmlns:a16="http://schemas.microsoft.com/office/drawing/2014/main" id="{2657CF30-4E65-02E5-1090-B875EC3DF976}"/>
              </a:ext>
            </a:extLst>
          </p:cNvPr>
          <p:cNvSpPr txBox="1"/>
          <p:nvPr/>
        </p:nvSpPr>
        <p:spPr>
          <a:xfrm>
            <a:off x="7943850" y="2148840"/>
            <a:ext cx="2876265" cy="830997"/>
          </a:xfrm>
          <a:prstGeom prst="rect">
            <a:avLst/>
          </a:prstGeom>
          <a:noFill/>
        </p:spPr>
        <p:txBody>
          <a:bodyPr wrap="square" rtlCol="0">
            <a:spAutoFit/>
          </a:bodyPr>
          <a:lstStyle/>
          <a:p>
            <a:pPr algn="ctr"/>
            <a:r>
              <a:rPr lang="en-US" sz="2400" dirty="0">
                <a:solidFill>
                  <a:srgbClr val="002060"/>
                </a:solidFill>
                <a:latin typeface="+mj-lt"/>
              </a:rPr>
              <a:t>Dataset Comparison</a:t>
            </a:r>
          </a:p>
        </p:txBody>
      </p:sp>
      <p:sp>
        <p:nvSpPr>
          <p:cNvPr id="11" name="TextBox 10">
            <a:extLst>
              <a:ext uri="{FF2B5EF4-FFF2-40B4-BE49-F238E27FC236}">
                <a16:creationId xmlns:a16="http://schemas.microsoft.com/office/drawing/2014/main" id="{8D1BA24B-A4B2-1517-25C7-CFFAE83BEEAB}"/>
              </a:ext>
            </a:extLst>
          </p:cNvPr>
          <p:cNvSpPr txBox="1"/>
          <p:nvPr/>
        </p:nvSpPr>
        <p:spPr>
          <a:xfrm>
            <a:off x="1040130" y="3294011"/>
            <a:ext cx="2788920" cy="3139321"/>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Research one platform at a time, such as TikTok short videos (Feng et al., 2020), Instagram posts (</a:t>
            </a:r>
            <a:r>
              <a:rPr lang="en-US" dirty="0" err="1">
                <a:latin typeface="Arial "/>
              </a:rPr>
              <a:t>Benaich</a:t>
            </a:r>
            <a:r>
              <a:rPr lang="en-US" dirty="0">
                <a:latin typeface="Arial "/>
              </a:rPr>
              <a:t> &amp; Hogarth</a:t>
            </a:r>
            <a:r>
              <a:rPr lang="en-US" dirty="0">
                <a:latin typeface="Arial "/>
                <a:cs typeface="Arial" panose="020B0604020202020204" pitchFamily="34" charset="0"/>
              </a:rPr>
              <a:t>., 2021</a:t>
            </a:r>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Engagement is often studied using limited features</a:t>
            </a:r>
          </a:p>
        </p:txBody>
      </p:sp>
      <p:sp>
        <p:nvSpPr>
          <p:cNvPr id="15" name="Rectangle 1">
            <a:extLst>
              <a:ext uri="{FF2B5EF4-FFF2-40B4-BE49-F238E27FC236}">
                <a16:creationId xmlns:a16="http://schemas.microsoft.com/office/drawing/2014/main" id="{01FB3017-19CE-1AFB-8562-473A69FCC91A}"/>
              </a:ext>
            </a:extLst>
          </p:cNvPr>
          <p:cNvSpPr>
            <a:spLocks noChangeArrowheads="1"/>
          </p:cNvSpPr>
          <p:nvPr/>
        </p:nvSpPr>
        <p:spPr bwMode="auto">
          <a:xfrm>
            <a:off x="7962804" y="3306633"/>
            <a:ext cx="2876265"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a:ln>
                  <a:noFill/>
                </a:ln>
                <a:solidFill>
                  <a:schemeClr val="tx1"/>
                </a:solidFill>
                <a:effectLst/>
                <a:latin typeface="Arial" panose="020B0604020202020204" pitchFamily="34" charset="0"/>
              </a:rPr>
              <a:t>My dataset provides 5,000 posts across multiple platforms.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a:latin typeface="Arial" panose="020B0604020202020204" pitchFamily="34" charset="0"/>
              </a:rPr>
              <a:t>M</a:t>
            </a:r>
            <a:r>
              <a:rPr kumimoji="0" lang="en-US" altLang="en-US" sz="1800" i="0" u="none" strike="noStrike" cap="none" normalizeH="0" baseline="0">
                <a:ln>
                  <a:noFill/>
                </a:ln>
                <a:solidFill>
                  <a:schemeClr val="tx1"/>
                </a:solidFill>
                <a:effectLst/>
                <a:latin typeface="Arial" panose="020B0604020202020204" pitchFamily="34" charset="0"/>
              </a:rPr>
              <a:t>ultiple content formats, hashtag</a:t>
            </a:r>
            <a:r>
              <a:rPr lang="en-US" altLang="en-US">
                <a:latin typeface="Arial" panose="020B0604020202020204" pitchFamily="34" charset="0"/>
              </a:rPr>
              <a:t>s &amp;</a:t>
            </a:r>
            <a:r>
              <a:rPr kumimoji="0" lang="en-US" altLang="en-US" sz="1800" i="0" u="none" strike="noStrike" cap="none" normalizeH="0" baseline="0">
                <a:ln>
                  <a:noFill/>
                </a:ln>
                <a:solidFill>
                  <a:schemeClr val="tx1"/>
                </a:solidFill>
                <a:effectLst/>
                <a:latin typeface="Arial" panose="020B0604020202020204" pitchFamily="34" charset="0"/>
              </a:rPr>
              <a:t> regions</a:t>
            </a:r>
            <a:r>
              <a:rPr lang="en-US" altLang="en-US">
                <a:latin typeface="Arial" panose="020B0604020202020204" pitchFamily="34" charset="0"/>
              </a:rPr>
              <a:t> for</a:t>
            </a:r>
            <a:r>
              <a:rPr kumimoji="0" lang="en-US" altLang="en-US" sz="1800" i="0" u="none" strike="noStrike" cap="none" normalizeH="0" baseline="0">
                <a:ln>
                  <a:noFill/>
                </a:ln>
                <a:solidFill>
                  <a:schemeClr val="tx1"/>
                </a:solidFill>
                <a:effectLst/>
                <a:latin typeface="Arial" panose="020B0604020202020204" pitchFamily="34" charset="0"/>
              </a:rPr>
              <a:t> a broader, cross-platform analysis that recent research has not combined in one place</a:t>
            </a:r>
          </a:p>
        </p:txBody>
      </p:sp>
      <p:sp>
        <p:nvSpPr>
          <p:cNvPr id="21" name="Rectangle 4">
            <a:extLst>
              <a:ext uri="{FF2B5EF4-FFF2-40B4-BE49-F238E27FC236}">
                <a16:creationId xmlns:a16="http://schemas.microsoft.com/office/drawing/2014/main" id="{DDA5C37D-B465-74CC-9AE7-3B80F1E667B9}"/>
              </a:ext>
            </a:extLst>
          </p:cNvPr>
          <p:cNvSpPr>
            <a:spLocks noChangeArrowheads="1"/>
          </p:cNvSpPr>
          <p:nvPr/>
        </p:nvSpPr>
        <p:spPr bwMode="auto">
          <a:xfrm>
            <a:off x="4381135" y="3294011"/>
            <a:ext cx="3029586"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Arial" panose="020B0604020202020204" pitchFamily="34" charset="0"/>
              </a:rPr>
              <a:t>Prior datasets rarely combine multiple platforms in one place.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Arial" panose="020B0604020202020204" pitchFamily="34" charset="0"/>
              </a:rPr>
              <a:t>Studies typically examine only one feature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latin typeface="Arial" panose="020B0604020202020204" pitchFamily="34" charset="0"/>
              </a:rPr>
              <a:t>F</a:t>
            </a:r>
            <a:r>
              <a:rPr kumimoji="0" lang="en-US" altLang="en-US" sz="1800" i="0" u="none" strike="noStrike" cap="none" normalizeH="0" baseline="0" dirty="0">
                <a:ln>
                  <a:noFill/>
                </a:ln>
                <a:solidFill>
                  <a:schemeClr val="tx1"/>
                </a:solidFill>
                <a:effectLst/>
                <a:latin typeface="Arial" panose="020B0604020202020204" pitchFamily="34" charset="0"/>
              </a:rPr>
              <a:t>ew datasets include platform, content type, hashtags</a:t>
            </a:r>
            <a:r>
              <a:rPr lang="en-US" altLang="en-US" dirty="0">
                <a:latin typeface="Arial" panose="020B0604020202020204" pitchFamily="34" charset="0"/>
              </a:rPr>
              <a:t> &amp; </a:t>
            </a:r>
            <a:r>
              <a:rPr kumimoji="0" lang="en-US" altLang="en-US" sz="1800" i="0" u="none" strike="noStrike" cap="none" normalizeH="0" baseline="0" dirty="0">
                <a:ln>
                  <a:noFill/>
                </a:ln>
                <a:solidFill>
                  <a:schemeClr val="tx1"/>
                </a:solidFill>
                <a:effectLst/>
                <a:latin typeface="Arial" panose="020B0604020202020204" pitchFamily="34" charset="0"/>
              </a:rPr>
              <a:t>engagement</a:t>
            </a:r>
          </a:p>
        </p:txBody>
      </p:sp>
    </p:spTree>
    <p:extLst>
      <p:ext uri="{BB962C8B-B14F-4D97-AF65-F5344CB8AC3E}">
        <p14:creationId xmlns:p14="http://schemas.microsoft.com/office/powerpoint/2010/main" val="2854431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42F536-3CF7-406A-1E1F-52DBA542F73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52AA3ED-3B88-2F62-814D-FF3036D8EDA3}"/>
              </a:ext>
            </a:extLst>
          </p:cNvPr>
          <p:cNvSpPr>
            <a:spLocks noGrp="1"/>
          </p:cNvSpPr>
          <p:nvPr>
            <p:ph type="title"/>
          </p:nvPr>
        </p:nvSpPr>
        <p:spPr>
          <a:xfrm>
            <a:off x="928084" y="318406"/>
            <a:ext cx="9914859" cy="1329004"/>
          </a:xfrm>
        </p:spPr>
        <p:txBody>
          <a:bodyPr/>
          <a:lstStyle/>
          <a:p>
            <a:r>
              <a:rPr lang="en-US" dirty="0">
                <a:solidFill>
                  <a:srgbClr val="002060"/>
                </a:solidFill>
              </a:rPr>
              <a:t>Dataset Overview</a:t>
            </a:r>
          </a:p>
        </p:txBody>
      </p:sp>
      <p:sp>
        <p:nvSpPr>
          <p:cNvPr id="3" name="Slide Number Placeholder 2">
            <a:extLst>
              <a:ext uri="{FF2B5EF4-FFF2-40B4-BE49-F238E27FC236}">
                <a16:creationId xmlns:a16="http://schemas.microsoft.com/office/drawing/2014/main" id="{7C2A7727-AC6D-8B5F-C816-0D141E7BAAA8}"/>
              </a:ext>
            </a:extLst>
          </p:cNvPr>
          <p:cNvSpPr>
            <a:spLocks noGrp="1"/>
          </p:cNvSpPr>
          <p:nvPr>
            <p:ph type="sldNum" sz="quarter" idx="12"/>
          </p:nvPr>
        </p:nvSpPr>
        <p:spPr/>
        <p:txBody>
          <a:bodyPr/>
          <a:lstStyle/>
          <a:p>
            <a:fld id="{08AB70BE-1769-45B8-85A6-0C837432C7E6}" type="slidenum">
              <a:rPr lang="en-US" smtClean="0">
                <a:solidFill>
                  <a:srgbClr val="002248"/>
                </a:solidFill>
              </a:rPr>
              <a:pPr/>
              <a:t>4</a:t>
            </a:fld>
            <a:endParaRPr lang="en-US">
              <a:solidFill>
                <a:srgbClr val="002248"/>
              </a:solidFill>
            </a:endParaRPr>
          </a:p>
        </p:txBody>
      </p:sp>
      <p:graphicFrame>
        <p:nvGraphicFramePr>
          <p:cNvPr id="16" name="Content Placeholder 15">
            <a:extLst>
              <a:ext uri="{FF2B5EF4-FFF2-40B4-BE49-F238E27FC236}">
                <a16:creationId xmlns:a16="http://schemas.microsoft.com/office/drawing/2014/main" id="{30C67B93-3974-8EF5-FF0E-E81461F6160B}"/>
              </a:ext>
            </a:extLst>
          </p:cNvPr>
          <p:cNvGraphicFramePr>
            <a:graphicFrameLocks noGrp="1"/>
          </p:cNvGraphicFramePr>
          <p:nvPr>
            <p:ph idx="1"/>
            <p:extLst>
              <p:ext uri="{D42A27DB-BD31-4B8C-83A1-F6EECF244321}">
                <p14:modId xmlns:p14="http://schemas.microsoft.com/office/powerpoint/2010/main" val="2113058729"/>
              </p:ext>
            </p:extLst>
          </p:nvPr>
        </p:nvGraphicFramePr>
        <p:xfrm>
          <a:off x="515260" y="1439862"/>
          <a:ext cx="11569153" cy="52026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BC903C79-4F1E-A4F9-C355-DBA23CC185FD}"/>
              </a:ext>
            </a:extLst>
          </p:cNvPr>
          <p:cNvSpPr txBox="1"/>
          <p:nvPr/>
        </p:nvSpPr>
        <p:spPr>
          <a:xfrm>
            <a:off x="732790" y="1532173"/>
            <a:ext cx="2477629" cy="830997"/>
          </a:xfrm>
          <a:prstGeom prst="rect">
            <a:avLst/>
          </a:prstGeom>
          <a:noFill/>
        </p:spPr>
        <p:txBody>
          <a:bodyPr wrap="square" lIns="91440" tIns="45720" rIns="91440" bIns="45720" anchor="t">
            <a:spAutoFit/>
          </a:bodyPr>
          <a:lstStyle/>
          <a:p>
            <a:pPr algn="ctr"/>
            <a:r>
              <a:rPr lang="en-US" sz="2400">
                <a:solidFill>
                  <a:srgbClr val="002248"/>
                </a:solidFill>
                <a:latin typeface="Elephant"/>
                <a:cs typeface="Arial"/>
              </a:rPr>
              <a:t>Dataset Description</a:t>
            </a:r>
          </a:p>
        </p:txBody>
      </p:sp>
      <p:sp>
        <p:nvSpPr>
          <p:cNvPr id="10" name="TextBox 9">
            <a:extLst>
              <a:ext uri="{FF2B5EF4-FFF2-40B4-BE49-F238E27FC236}">
                <a16:creationId xmlns:a16="http://schemas.microsoft.com/office/drawing/2014/main" id="{136CBA0D-F3C6-10EB-93C5-8440E52C546A}"/>
              </a:ext>
            </a:extLst>
          </p:cNvPr>
          <p:cNvSpPr txBox="1"/>
          <p:nvPr/>
        </p:nvSpPr>
        <p:spPr>
          <a:xfrm>
            <a:off x="1134431" y="2830886"/>
            <a:ext cx="3065035" cy="2862322"/>
          </a:xfrm>
          <a:prstGeom prst="rect">
            <a:avLst/>
          </a:prstGeom>
          <a:noFill/>
        </p:spPr>
        <p:txBody>
          <a:bodyPr wrap="square">
            <a:spAutoFit/>
          </a:bodyPr>
          <a:lstStyle/>
          <a:p>
            <a:pPr marL="285750" indent="-285750">
              <a:buFont typeface="Arial" panose="020B0604020202020204" pitchFamily="34" charset="0"/>
              <a:buChar char="•"/>
            </a:pPr>
            <a:r>
              <a:rPr lang="en-US" b="1" dirty="0">
                <a:cs typeface="Arial" panose="020B0604020202020204" pitchFamily="34" charset="0"/>
              </a:rPr>
              <a:t>Source:</a:t>
            </a:r>
            <a:r>
              <a:rPr lang="en-US" dirty="0">
                <a:cs typeface="Arial" panose="020B0604020202020204" pitchFamily="34" charset="0"/>
              </a:rPr>
              <a:t> Viral Social Media Trends &amp; Engagement Analysis (</a:t>
            </a:r>
            <a:r>
              <a:rPr lang="en-US" dirty="0" err="1">
                <a:cs typeface="Arial" panose="020B0604020202020204" pitchFamily="34" charset="0"/>
              </a:rPr>
              <a:t>Soundankar</a:t>
            </a:r>
            <a:r>
              <a:rPr lang="en-US" dirty="0">
                <a:cs typeface="Arial" panose="020B0604020202020204" pitchFamily="34" charset="0"/>
              </a:rPr>
              <a:t>, 2024)</a:t>
            </a:r>
          </a:p>
          <a:p>
            <a:pPr marL="285750" indent="-285750">
              <a:buFont typeface="Arial" panose="020B0604020202020204" pitchFamily="34" charset="0"/>
              <a:buChar char="•"/>
            </a:pPr>
            <a:r>
              <a:rPr lang="en-US" b="1" dirty="0">
                <a:cs typeface="Arial" panose="020B0604020202020204" pitchFamily="34" charset="0"/>
              </a:rPr>
              <a:t>Number of columns</a:t>
            </a:r>
            <a:r>
              <a:rPr lang="en-US" dirty="0">
                <a:cs typeface="Arial" panose="020B0604020202020204" pitchFamily="34" charset="0"/>
              </a:rPr>
              <a:t>:11</a:t>
            </a:r>
            <a:br>
              <a:rPr lang="en-US" dirty="0">
                <a:cs typeface="Arial" panose="020B0604020202020204" pitchFamily="34" charset="0"/>
              </a:rPr>
            </a:br>
            <a:r>
              <a:rPr lang="en-US" b="1" dirty="0">
                <a:cs typeface="Arial" panose="020B0604020202020204" pitchFamily="34" charset="0"/>
              </a:rPr>
              <a:t>Size:</a:t>
            </a:r>
            <a:r>
              <a:rPr lang="en-US" dirty="0">
                <a:cs typeface="Arial" panose="020B0604020202020204" pitchFamily="34" charset="0"/>
              </a:rPr>
              <a:t> 5,000 viral posts</a:t>
            </a:r>
            <a:br>
              <a:rPr lang="en-US" dirty="0">
                <a:cs typeface="Arial" panose="020B0604020202020204" pitchFamily="34" charset="0"/>
              </a:rPr>
            </a:br>
            <a:r>
              <a:rPr lang="en-US" b="1" dirty="0">
                <a:cs typeface="Arial" panose="020B0604020202020204" pitchFamily="34" charset="0"/>
              </a:rPr>
              <a:t>Time Range:</a:t>
            </a:r>
            <a:r>
              <a:rPr lang="en-US" dirty="0">
                <a:cs typeface="Arial" panose="020B0604020202020204" pitchFamily="34" charset="0"/>
              </a:rPr>
              <a:t> 2022–2023</a:t>
            </a:r>
          </a:p>
          <a:p>
            <a:pPr marL="285750" indent="-285750">
              <a:buFont typeface="Arial" panose="020B0604020202020204" pitchFamily="34" charset="0"/>
              <a:buChar char="•"/>
            </a:pPr>
            <a:r>
              <a:rPr lang="en-US" b="1" dirty="0">
                <a:cs typeface="Arial" panose="020B0604020202020204" pitchFamily="34" charset="0"/>
              </a:rPr>
              <a:t>Platforms:</a:t>
            </a:r>
            <a:r>
              <a:rPr lang="en-US" dirty="0">
                <a:cs typeface="Arial" panose="020B0604020202020204" pitchFamily="34" charset="0"/>
              </a:rPr>
              <a:t> TikTok, Instagram, YouTube, Twitter</a:t>
            </a:r>
          </a:p>
        </p:txBody>
      </p:sp>
      <p:sp>
        <p:nvSpPr>
          <p:cNvPr id="12" name="TextBox 11">
            <a:extLst>
              <a:ext uri="{FF2B5EF4-FFF2-40B4-BE49-F238E27FC236}">
                <a16:creationId xmlns:a16="http://schemas.microsoft.com/office/drawing/2014/main" id="{289F933E-3FAF-F6DF-2AC9-2C43850F20C5}"/>
              </a:ext>
            </a:extLst>
          </p:cNvPr>
          <p:cNvSpPr txBox="1"/>
          <p:nvPr/>
        </p:nvSpPr>
        <p:spPr>
          <a:xfrm>
            <a:off x="4990227" y="1687775"/>
            <a:ext cx="1808633" cy="461665"/>
          </a:xfrm>
          <a:prstGeom prst="rect">
            <a:avLst/>
          </a:prstGeom>
          <a:noFill/>
        </p:spPr>
        <p:txBody>
          <a:bodyPr wrap="square" lIns="91440" tIns="45720" rIns="91440" bIns="45720" anchor="t">
            <a:spAutoFit/>
          </a:bodyPr>
          <a:lstStyle/>
          <a:p>
            <a:r>
              <a:rPr lang="en-US" sz="2400" dirty="0">
                <a:solidFill>
                  <a:srgbClr val="002248"/>
                </a:solidFill>
                <a:latin typeface="Elephant"/>
              </a:rPr>
              <a:t>Attributes</a:t>
            </a:r>
          </a:p>
        </p:txBody>
      </p:sp>
      <p:sp>
        <p:nvSpPr>
          <p:cNvPr id="22" name="Rectangle 5">
            <a:extLst>
              <a:ext uri="{FF2B5EF4-FFF2-40B4-BE49-F238E27FC236}">
                <a16:creationId xmlns:a16="http://schemas.microsoft.com/office/drawing/2014/main" id="{5B7CF344-F465-D4CF-B045-5E09A6BE81C1}"/>
              </a:ext>
            </a:extLst>
          </p:cNvPr>
          <p:cNvSpPr>
            <a:spLocks noChangeArrowheads="1"/>
          </p:cNvSpPr>
          <p:nvPr/>
        </p:nvSpPr>
        <p:spPr bwMode="auto">
          <a:xfrm>
            <a:off x="4919253" y="2692387"/>
            <a:ext cx="3200946" cy="3872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ts val="200"/>
              </a:spcBef>
              <a:spcAft>
                <a:spcPct val="0"/>
              </a:spcAft>
              <a:buClrTx/>
              <a:buSzTx/>
              <a:buFont typeface="Arial" panose="020B0604020202020204" pitchFamily="34" charset="0"/>
              <a:buChar char="•"/>
              <a:tabLst/>
            </a:pPr>
            <a:r>
              <a:rPr kumimoji="0" lang="en-US" altLang="en-US" sz="1800" b="1" i="0" u="none" strike="noStrike" cap="none" normalizeH="0" baseline="0" dirty="0" err="1">
                <a:ln>
                  <a:noFill/>
                </a:ln>
                <a:solidFill>
                  <a:schemeClr val="tx1"/>
                </a:solidFill>
                <a:effectLst/>
              </a:rPr>
              <a:t>Post_ID</a:t>
            </a:r>
            <a:r>
              <a:rPr lang="en-US" altLang="en-US" dirty="0"/>
              <a:t>: </a:t>
            </a:r>
            <a:r>
              <a:rPr kumimoji="0" lang="en-US" altLang="en-US" sz="1800" b="0" i="0" u="none" strike="noStrike" cap="none" normalizeH="0" baseline="0" dirty="0">
                <a:ln>
                  <a:noFill/>
                </a:ln>
                <a:solidFill>
                  <a:schemeClr val="tx1"/>
                </a:solidFill>
                <a:effectLst/>
              </a:rPr>
              <a:t>Unique identifier</a:t>
            </a:r>
          </a:p>
          <a:p>
            <a:pPr marL="285750" lvl="0" indent="-285750" eaLnBrk="0" fontAlgn="base" hangingPunct="0">
              <a:spcBef>
                <a:spcPts val="200"/>
              </a:spcBef>
              <a:spcAft>
                <a:spcPct val="0"/>
              </a:spcAft>
              <a:buFont typeface="Arial" panose="020B0604020202020204" pitchFamily="34" charset="0"/>
              <a:buChar char="•"/>
            </a:pPr>
            <a:r>
              <a:rPr kumimoji="0" lang="en-US" altLang="en-US" sz="1800" b="1" i="0" u="none" strike="noStrike" cap="none" normalizeH="0" baseline="0" dirty="0" err="1">
                <a:ln>
                  <a:noFill/>
                </a:ln>
                <a:solidFill>
                  <a:schemeClr val="tx1"/>
                </a:solidFill>
                <a:effectLst/>
              </a:rPr>
              <a:t>Post_Date</a:t>
            </a:r>
            <a:r>
              <a:rPr kumimoji="0" lang="en-US" altLang="en-US" sz="1800" b="1" i="0" u="none" strike="noStrike" cap="none" normalizeH="0" baseline="0" dirty="0">
                <a:ln>
                  <a:noFill/>
                </a:ln>
                <a:solidFill>
                  <a:schemeClr val="tx1"/>
                </a:solidFill>
                <a:effectLst/>
              </a:rPr>
              <a:t>: </a:t>
            </a:r>
            <a:r>
              <a:rPr lang="en-US" dirty="0"/>
              <a:t>Date posted</a:t>
            </a:r>
            <a:endParaRPr kumimoji="0" lang="en-US" altLang="en-US" sz="1800" b="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ts val="20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rPr>
              <a:t>Platforms</a:t>
            </a:r>
            <a:r>
              <a:rPr kumimoji="0" lang="en-US" altLang="en-US" sz="1800" b="0" i="0" u="none" strike="noStrike" cap="none" normalizeH="0" baseline="0" dirty="0">
                <a:ln>
                  <a:noFill/>
                </a:ln>
                <a:solidFill>
                  <a:schemeClr val="tx1"/>
                </a:solidFill>
                <a:effectLst/>
              </a:rPr>
              <a:t> </a:t>
            </a:r>
          </a:p>
          <a:p>
            <a:pPr marL="285750" lvl="0" indent="-285750" eaLnBrk="0" fontAlgn="base" hangingPunct="0">
              <a:spcBef>
                <a:spcPts val="200"/>
              </a:spcBef>
              <a:spcAft>
                <a:spcPct val="0"/>
              </a:spcAft>
              <a:buFont typeface="Arial" panose="020B0604020202020204" pitchFamily="34" charset="0"/>
              <a:buChar char="•"/>
            </a:pPr>
            <a:r>
              <a:rPr kumimoji="0" lang="en-US" altLang="en-US" sz="1800" b="1" i="0" u="none" strike="noStrike" cap="none" normalizeH="0" baseline="0" dirty="0">
                <a:ln>
                  <a:noFill/>
                </a:ln>
                <a:solidFill>
                  <a:schemeClr val="tx1"/>
                </a:solidFill>
                <a:effectLst/>
              </a:rPr>
              <a:t>Hashtag: </a:t>
            </a:r>
            <a:r>
              <a:rPr lang="en-US" dirty="0"/>
              <a:t>Trending hashtag</a:t>
            </a:r>
            <a:endParaRPr kumimoji="0" lang="en-US" altLang="en-US" sz="1800" b="1"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ts val="200"/>
              </a:spcBef>
              <a:spcAft>
                <a:spcPct val="0"/>
              </a:spcAft>
              <a:buClrTx/>
              <a:buSzTx/>
              <a:buFont typeface="Arial" panose="020B0604020202020204" pitchFamily="34" charset="0"/>
              <a:buChar char="•"/>
              <a:tabLst/>
            </a:pPr>
            <a:r>
              <a:rPr kumimoji="0" lang="en-US" altLang="en-US" sz="1800" b="1" i="0" u="none" strike="noStrike" cap="none" normalizeH="0" baseline="0" dirty="0" err="1">
                <a:ln>
                  <a:noFill/>
                </a:ln>
                <a:solidFill>
                  <a:schemeClr val="tx1"/>
                </a:solidFill>
                <a:effectLst/>
              </a:rPr>
              <a:t>Content_Type</a:t>
            </a:r>
            <a:r>
              <a:rPr lang="en-US" altLang="en-US" dirty="0"/>
              <a:t>: R</a:t>
            </a:r>
            <a:r>
              <a:rPr kumimoji="0" lang="en-US" altLang="en-US" sz="1800" b="0" i="0" u="none" strike="noStrike" cap="none" normalizeH="0" baseline="0" dirty="0">
                <a:ln>
                  <a:noFill/>
                </a:ln>
                <a:solidFill>
                  <a:schemeClr val="tx1"/>
                </a:solidFill>
                <a:effectLst/>
              </a:rPr>
              <a:t>eel, video, post, tweet, shorts, livestream</a:t>
            </a:r>
          </a:p>
          <a:p>
            <a:pPr marL="285750" lvl="0" indent="-285750" eaLnBrk="0" fontAlgn="base" hangingPunct="0">
              <a:spcBef>
                <a:spcPts val="200"/>
              </a:spcBef>
              <a:spcAft>
                <a:spcPct val="0"/>
              </a:spcAft>
              <a:buFont typeface="Arial" panose="020B0604020202020204" pitchFamily="34" charset="0"/>
              <a:buChar char="•"/>
            </a:pPr>
            <a:r>
              <a:rPr kumimoji="0" lang="en-US" altLang="en-US" sz="1800" b="1" i="0" u="none" strike="noStrike" cap="none" normalizeH="0" baseline="0" dirty="0">
                <a:ln>
                  <a:noFill/>
                </a:ln>
                <a:solidFill>
                  <a:schemeClr val="tx1"/>
                </a:solidFill>
                <a:effectLst/>
              </a:rPr>
              <a:t>Region</a:t>
            </a:r>
            <a:r>
              <a:rPr lang="en-US" altLang="en-US" b="1" dirty="0"/>
              <a:t>: </a:t>
            </a:r>
            <a:r>
              <a:rPr lang="en-US" dirty="0"/>
              <a:t>country it gained traction</a:t>
            </a:r>
            <a:endParaRPr kumimoji="0" lang="en-US" altLang="en-US" sz="1800" b="0" i="0" u="none" strike="noStrike" cap="none" normalizeH="0" baseline="0" dirty="0">
              <a:ln>
                <a:noFill/>
              </a:ln>
              <a:solidFill>
                <a:schemeClr val="tx1"/>
              </a:solidFill>
              <a:effectLst/>
            </a:endParaRPr>
          </a:p>
          <a:p>
            <a:pPr marL="285750" lvl="0" indent="-285750" eaLnBrk="0" fontAlgn="base" hangingPunct="0">
              <a:spcBef>
                <a:spcPts val="200"/>
              </a:spcBef>
              <a:spcAft>
                <a:spcPct val="0"/>
              </a:spcAft>
              <a:buFont typeface="Arial" panose="020B0604020202020204" pitchFamily="34" charset="0"/>
              <a:buChar char="•"/>
            </a:pPr>
            <a:r>
              <a:rPr kumimoji="0" lang="en-US" altLang="en-US" sz="1800" b="1" i="0" u="none" strike="noStrike" cap="none" normalizeH="0" baseline="0" dirty="0">
                <a:ln>
                  <a:noFill/>
                </a:ln>
                <a:solidFill>
                  <a:schemeClr val="tx1"/>
                </a:solidFill>
                <a:effectLst/>
              </a:rPr>
              <a:t>Views</a:t>
            </a:r>
            <a:r>
              <a:rPr kumimoji="0" lang="en-US" altLang="en-US" sz="1800" b="0" i="0" u="none" strike="noStrike" cap="none" normalizeH="0" baseline="0" dirty="0">
                <a:ln>
                  <a:noFill/>
                </a:ln>
                <a:solidFill>
                  <a:schemeClr val="tx1"/>
                </a:solidFill>
                <a:effectLst/>
              </a:rPr>
              <a:t>, </a:t>
            </a:r>
            <a:r>
              <a:rPr kumimoji="0" lang="en-US" altLang="en-US" sz="1800" b="1" i="0" u="none" strike="noStrike" cap="none" normalizeH="0" baseline="0" dirty="0">
                <a:ln>
                  <a:noFill/>
                </a:ln>
                <a:solidFill>
                  <a:schemeClr val="tx1"/>
                </a:solidFill>
                <a:effectLst/>
              </a:rPr>
              <a:t>Likes</a:t>
            </a:r>
            <a:r>
              <a:rPr kumimoji="0" lang="en-US" altLang="en-US" sz="1800" b="0" i="0" u="none" strike="noStrike" cap="none" normalizeH="0" baseline="0" dirty="0">
                <a:ln>
                  <a:noFill/>
                </a:ln>
                <a:solidFill>
                  <a:schemeClr val="tx1"/>
                </a:solidFill>
                <a:effectLst/>
              </a:rPr>
              <a:t>, </a:t>
            </a:r>
            <a:r>
              <a:rPr kumimoji="0" lang="en-US" altLang="en-US" sz="1800" b="1" i="0" u="none" strike="noStrike" cap="none" normalizeH="0" baseline="0" dirty="0">
                <a:ln>
                  <a:noFill/>
                </a:ln>
                <a:solidFill>
                  <a:schemeClr val="tx1"/>
                </a:solidFill>
                <a:effectLst/>
              </a:rPr>
              <a:t>Comments</a:t>
            </a:r>
            <a:r>
              <a:rPr kumimoji="0" lang="en-US" altLang="en-US" sz="1800" b="0" i="0" u="none" strike="noStrike" cap="none" normalizeH="0" baseline="0" dirty="0">
                <a:ln>
                  <a:noFill/>
                </a:ln>
                <a:solidFill>
                  <a:schemeClr val="tx1"/>
                </a:solidFill>
                <a:effectLst/>
              </a:rPr>
              <a:t>, </a:t>
            </a:r>
            <a:r>
              <a:rPr kumimoji="0" lang="en-US" altLang="en-US" sz="1800" b="1" i="0" u="none" strike="noStrike" cap="none" normalizeH="0" baseline="0" dirty="0">
                <a:ln>
                  <a:noFill/>
                </a:ln>
                <a:solidFill>
                  <a:schemeClr val="tx1"/>
                </a:solidFill>
                <a:effectLst/>
              </a:rPr>
              <a:t>Shares: </a:t>
            </a:r>
            <a:r>
              <a:rPr lang="en-US" dirty="0"/>
              <a:t>Engagement fields</a:t>
            </a:r>
            <a:endParaRPr kumimoji="0" lang="en-US" altLang="en-US" sz="1800" b="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ts val="20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rPr>
              <a:t>Engagement_Level: </a:t>
            </a:r>
            <a:r>
              <a:rPr kumimoji="0" lang="en-US" altLang="en-US" sz="1800" b="0" i="0" u="none" strike="noStrike" cap="none" normalizeH="0" baseline="0" dirty="0">
                <a:ln>
                  <a:noFill/>
                </a:ln>
                <a:solidFill>
                  <a:schemeClr val="tx1"/>
                </a:solidFill>
                <a:effectLst/>
              </a:rPr>
              <a:t>Low/ Medium/High</a:t>
            </a:r>
          </a:p>
        </p:txBody>
      </p:sp>
      <p:sp>
        <p:nvSpPr>
          <p:cNvPr id="23" name="Rectangle 6">
            <a:extLst>
              <a:ext uri="{FF2B5EF4-FFF2-40B4-BE49-F238E27FC236}">
                <a16:creationId xmlns:a16="http://schemas.microsoft.com/office/drawing/2014/main" id="{E4DC7B5C-F276-8741-B3EF-BC9BDDE8B857}"/>
              </a:ext>
            </a:extLst>
          </p:cNvPr>
          <p:cNvSpPr>
            <a:spLocks noChangeArrowheads="1"/>
          </p:cNvSpPr>
          <p:nvPr/>
        </p:nvSpPr>
        <p:spPr bwMode="auto">
          <a:xfrm>
            <a:off x="8542833" y="2964802"/>
            <a:ext cx="3488871"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b="1" dirty="0"/>
              <a:t>M</a:t>
            </a:r>
            <a:r>
              <a:rPr kumimoji="0" lang="en-US" altLang="en-US" sz="1800" b="1" i="0" u="none" strike="noStrike" cap="none" normalizeH="0" baseline="0" dirty="0">
                <a:ln>
                  <a:noFill/>
                </a:ln>
                <a:solidFill>
                  <a:schemeClr val="tx1"/>
                </a:solidFill>
                <a:effectLst/>
              </a:rPr>
              <a:t>ulti-platform content</a:t>
            </a:r>
            <a:r>
              <a:rPr kumimoji="0" lang="en-US" altLang="en-US" sz="1800" b="0" i="0" u="none" strike="noStrike" cap="none" normalizeH="0" baseline="0" dirty="0">
                <a:ln>
                  <a:noFill/>
                </a:ln>
                <a:solidFill>
                  <a:schemeClr val="tx1"/>
                </a:solidFill>
                <a:effectLst/>
              </a:rPr>
              <a:t> and </a:t>
            </a:r>
            <a:r>
              <a:rPr kumimoji="0" lang="en-US" altLang="en-US" sz="1800" i="0" u="none" strike="noStrike" cap="none" normalizeH="0" baseline="0" dirty="0">
                <a:ln>
                  <a:noFill/>
                </a:ln>
                <a:solidFill>
                  <a:schemeClr val="tx1"/>
                </a:solidFill>
                <a:effectLst/>
              </a:rPr>
              <a:t>cross-platform media formats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b="1" dirty="0"/>
              <a:t>C</a:t>
            </a:r>
            <a:r>
              <a:rPr kumimoji="0" lang="en-US" altLang="en-US" sz="1800" b="1" i="0" u="none" strike="noStrike" cap="none" normalizeH="0" baseline="0" dirty="0">
                <a:ln>
                  <a:noFill/>
                </a:ln>
                <a:solidFill>
                  <a:schemeClr val="tx1"/>
                </a:solidFill>
                <a:effectLst/>
              </a:rPr>
              <a:t>ore engagement metrics</a:t>
            </a:r>
            <a:r>
              <a:rPr kumimoji="0" lang="en-US" altLang="en-US" sz="1800" b="0" i="0" u="none" strike="noStrike" cap="none" normalizeH="0" baseline="0" dirty="0">
                <a:ln>
                  <a:noFill/>
                </a:ln>
                <a:solidFill>
                  <a:schemeClr val="tx1"/>
                </a:solidFill>
                <a:effectLst/>
              </a:rPr>
              <a:t> to calculate engagement rate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rPr>
              <a:t>Variation</a:t>
            </a:r>
            <a:r>
              <a:rPr kumimoji="0" lang="en-US" altLang="en-US" sz="1800" b="0" i="0" u="none" strike="noStrike" cap="none" normalizeH="0" baseline="0" dirty="0">
                <a:ln>
                  <a:noFill/>
                </a:ln>
                <a:solidFill>
                  <a:schemeClr val="tx1"/>
                </a:solidFill>
                <a:effectLst/>
              </a:rPr>
              <a:t> (hashtags, platforms, regions, content types) to answer your research questions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rPr>
              <a:t>Clean structure allows </a:t>
            </a:r>
            <a:r>
              <a:rPr kumimoji="0" lang="en-US" altLang="en-US" sz="1800" i="0" u="none" strike="noStrike" cap="none" normalizeH="0" baseline="0" dirty="0">
                <a:ln>
                  <a:noFill/>
                </a:ln>
                <a:solidFill>
                  <a:schemeClr val="tx1"/>
                </a:solidFill>
                <a:effectLst/>
              </a:rPr>
              <a:t>straightforward EAD analysis</a:t>
            </a:r>
          </a:p>
        </p:txBody>
      </p:sp>
      <p:sp>
        <p:nvSpPr>
          <p:cNvPr id="24" name="TextBox 23">
            <a:extLst>
              <a:ext uri="{FF2B5EF4-FFF2-40B4-BE49-F238E27FC236}">
                <a16:creationId xmlns:a16="http://schemas.microsoft.com/office/drawing/2014/main" id="{2F20556C-C056-E223-215E-189627D4087C}"/>
              </a:ext>
            </a:extLst>
          </p:cNvPr>
          <p:cNvSpPr txBox="1"/>
          <p:nvPr/>
        </p:nvSpPr>
        <p:spPr>
          <a:xfrm>
            <a:off x="8578669" y="1687775"/>
            <a:ext cx="2118265" cy="461665"/>
          </a:xfrm>
          <a:prstGeom prst="rect">
            <a:avLst/>
          </a:prstGeom>
          <a:noFill/>
        </p:spPr>
        <p:txBody>
          <a:bodyPr wrap="square" lIns="91440" tIns="45720" rIns="91440" bIns="45720" anchor="t">
            <a:spAutoFit/>
          </a:bodyPr>
          <a:lstStyle/>
          <a:p>
            <a:r>
              <a:rPr lang="en-US" sz="2400">
                <a:solidFill>
                  <a:srgbClr val="002248"/>
                </a:solidFill>
                <a:latin typeface="Elephant"/>
              </a:rPr>
              <a:t>Justification</a:t>
            </a:r>
          </a:p>
        </p:txBody>
      </p:sp>
    </p:spTree>
    <p:extLst>
      <p:ext uri="{BB962C8B-B14F-4D97-AF65-F5344CB8AC3E}">
        <p14:creationId xmlns:p14="http://schemas.microsoft.com/office/powerpoint/2010/main" val="199053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973E1A-A4B7-F3F2-BFDA-E60956C191C7}"/>
            </a:ext>
          </a:extLst>
        </p:cNvPr>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8354E4A1-6024-4D18-89EA-EB7EF53D3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36">
            <a:extLst>
              <a:ext uri="{FF2B5EF4-FFF2-40B4-BE49-F238E27FC236}">
                <a16:creationId xmlns:a16="http://schemas.microsoft.com/office/drawing/2014/main" id="{184965AF-C953-45C8-BD68-12F8B58810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56" y="0"/>
            <a:ext cx="12186844" cy="2128964"/>
          </a:xfrm>
          <a:custGeom>
            <a:avLst/>
            <a:gdLst>
              <a:gd name="connsiteX0" fmla="*/ 0 w 12186844"/>
              <a:gd name="connsiteY0" fmla="*/ 0 h 2128964"/>
              <a:gd name="connsiteX1" fmla="*/ 12186844 w 12186844"/>
              <a:gd name="connsiteY1" fmla="*/ 0 h 2128964"/>
              <a:gd name="connsiteX2" fmla="*/ 12186844 w 12186844"/>
              <a:gd name="connsiteY2" fmla="*/ 2128964 h 2128964"/>
              <a:gd name="connsiteX3" fmla="*/ 2247277 w 12186844"/>
              <a:gd name="connsiteY3" fmla="*/ 2128964 h 2128964"/>
              <a:gd name="connsiteX4" fmla="*/ 2326545 w 12186844"/>
              <a:gd name="connsiteY4" fmla="*/ 2125211 h 2128964"/>
              <a:gd name="connsiteX5" fmla="*/ 2191729 w 12186844"/>
              <a:gd name="connsiteY5" fmla="*/ 2118828 h 2128964"/>
              <a:gd name="connsiteX6" fmla="*/ 66975 w 12186844"/>
              <a:gd name="connsiteY6" fmla="*/ 349781 h 2128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6844" h="2128964">
                <a:moveTo>
                  <a:pt x="0" y="0"/>
                </a:moveTo>
                <a:lnTo>
                  <a:pt x="12186844" y="0"/>
                </a:lnTo>
                <a:lnTo>
                  <a:pt x="12186844" y="2128964"/>
                </a:lnTo>
                <a:lnTo>
                  <a:pt x="2247277" y="2128964"/>
                </a:lnTo>
                <a:lnTo>
                  <a:pt x="2326545" y="2125211"/>
                </a:lnTo>
                <a:lnTo>
                  <a:pt x="2191729" y="2118828"/>
                </a:lnTo>
                <a:cubicBezTo>
                  <a:pt x="1174891" y="2022044"/>
                  <a:pt x="338983" y="1304706"/>
                  <a:pt x="66975" y="34978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2DECE677-C1FD-4829-8D4A-3C19A04A36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33672" y="0"/>
            <a:ext cx="2353172" cy="2431959"/>
          </a:xfrm>
          <a:custGeom>
            <a:avLst/>
            <a:gdLst>
              <a:gd name="connsiteX0" fmla="*/ 0 w 2353172"/>
              <a:gd name="connsiteY0" fmla="*/ 0 h 2431959"/>
              <a:gd name="connsiteX1" fmla="*/ 2353172 w 2353172"/>
              <a:gd name="connsiteY1" fmla="*/ 0 h 2431959"/>
              <a:gd name="connsiteX2" fmla="*/ 2353172 w 2353172"/>
              <a:gd name="connsiteY2" fmla="*/ 2431959 h 2431959"/>
              <a:gd name="connsiteX3" fmla="*/ 2352312 w 2353172"/>
              <a:gd name="connsiteY3" fmla="*/ 2431959 h 2431959"/>
              <a:gd name="connsiteX4" fmla="*/ 2340504 w 2353172"/>
              <a:gd name="connsiteY4" fmla="*/ 2198113 h 2431959"/>
              <a:gd name="connsiteX5" fmla="*/ 134816 w 2353172"/>
              <a:gd name="connsiteY5" fmla="*/ 6383 h 2431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53172" h="2431959">
                <a:moveTo>
                  <a:pt x="0" y="0"/>
                </a:moveTo>
                <a:lnTo>
                  <a:pt x="2353172" y="0"/>
                </a:lnTo>
                <a:lnTo>
                  <a:pt x="2353172" y="2431959"/>
                </a:lnTo>
                <a:lnTo>
                  <a:pt x="2352312" y="2431959"/>
                </a:lnTo>
                <a:lnTo>
                  <a:pt x="2340504" y="2198113"/>
                </a:lnTo>
                <a:cubicBezTo>
                  <a:pt x="2222700" y="1038123"/>
                  <a:pt x="1296917" y="116993"/>
                  <a:pt x="134816" y="6383"/>
                </a:cubicBezTo>
                <a:close/>
              </a:path>
            </a:pathLst>
          </a:custGeom>
          <a:solidFill>
            <a:schemeClr val="accent2">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3">
            <a:extLst>
              <a:ext uri="{FF2B5EF4-FFF2-40B4-BE49-F238E27FC236}">
                <a16:creationId xmlns:a16="http://schemas.microsoft.com/office/drawing/2014/main" id="{DFEE435D-41D2-6D9A-17EC-3F134AA07A28}"/>
              </a:ext>
            </a:extLst>
          </p:cNvPr>
          <p:cNvSpPr>
            <a:spLocks noGrp="1"/>
          </p:cNvSpPr>
          <p:nvPr>
            <p:ph type="title"/>
          </p:nvPr>
        </p:nvSpPr>
        <p:spPr>
          <a:xfrm>
            <a:off x="914400" y="510988"/>
            <a:ext cx="9344578" cy="1156448"/>
          </a:xfrm>
        </p:spPr>
        <p:txBody>
          <a:bodyPr>
            <a:normAutofit/>
          </a:bodyPr>
          <a:lstStyle/>
          <a:p>
            <a:r>
              <a:rPr lang="en-US">
                <a:solidFill>
                  <a:srgbClr val="002248"/>
                </a:solidFill>
              </a:rPr>
              <a:t>Methodology</a:t>
            </a:r>
          </a:p>
        </p:txBody>
      </p:sp>
      <p:sp>
        <p:nvSpPr>
          <p:cNvPr id="3" name="Slide Number Placeholder 2">
            <a:extLst>
              <a:ext uri="{FF2B5EF4-FFF2-40B4-BE49-F238E27FC236}">
                <a16:creationId xmlns:a16="http://schemas.microsoft.com/office/drawing/2014/main" id="{4140B9A4-BC03-CDF8-153B-1DEB87AB5770}"/>
              </a:ext>
            </a:extLst>
          </p:cNvPr>
          <p:cNvSpPr>
            <a:spLocks noGrp="1"/>
          </p:cNvSpPr>
          <p:nvPr>
            <p:ph type="sldNum" sz="quarter" idx="12"/>
          </p:nvPr>
        </p:nvSpPr>
        <p:spPr>
          <a:xfrm>
            <a:off x="11391152" y="6434524"/>
            <a:ext cx="693261" cy="365125"/>
          </a:xfrm>
        </p:spPr>
        <p:txBody>
          <a:bodyPr>
            <a:normAutofit/>
          </a:bodyPr>
          <a:lstStyle/>
          <a:p>
            <a:pPr>
              <a:lnSpc>
                <a:spcPct val="90000"/>
              </a:lnSpc>
              <a:spcAft>
                <a:spcPts val="600"/>
              </a:spcAft>
            </a:pPr>
            <a:fld id="{08AB70BE-1769-45B8-85A6-0C837432C7E6}" type="slidenum">
              <a:rPr lang="en-US" sz="1900">
                <a:solidFill>
                  <a:schemeClr val="accent2"/>
                </a:solidFill>
              </a:rPr>
              <a:pPr>
                <a:lnSpc>
                  <a:spcPct val="90000"/>
                </a:lnSpc>
                <a:spcAft>
                  <a:spcPts val="600"/>
                </a:spcAft>
              </a:pPr>
              <a:t>5</a:t>
            </a:fld>
            <a:endParaRPr lang="en-US" sz="1900">
              <a:solidFill>
                <a:schemeClr val="accent2"/>
              </a:solidFill>
            </a:endParaRPr>
          </a:p>
        </p:txBody>
      </p:sp>
      <p:sp>
        <p:nvSpPr>
          <p:cNvPr id="20" name="Rectangle: Rounded Corners 19">
            <a:extLst>
              <a:ext uri="{FF2B5EF4-FFF2-40B4-BE49-F238E27FC236}">
                <a16:creationId xmlns:a16="http://schemas.microsoft.com/office/drawing/2014/main" id="{1F18FC13-7CA6-54F2-4B7A-7FE67291DD41}"/>
              </a:ext>
            </a:extLst>
          </p:cNvPr>
          <p:cNvSpPr/>
          <p:nvPr/>
        </p:nvSpPr>
        <p:spPr>
          <a:xfrm>
            <a:off x="4075480" y="2128964"/>
            <a:ext cx="45719" cy="4729036"/>
          </a:xfrm>
          <a:prstGeom prst="roundRect">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13500000" scaled="1"/>
            <a:tileRect/>
          </a:gra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7271219C-1AEA-4CA8-BF27-BFD6CFA312E5}"/>
              </a:ext>
            </a:extLst>
          </p:cNvPr>
          <p:cNvSpPr txBox="1"/>
          <p:nvPr/>
        </p:nvSpPr>
        <p:spPr>
          <a:xfrm>
            <a:off x="145197" y="2431959"/>
            <a:ext cx="3700857" cy="430887"/>
          </a:xfrm>
          <a:prstGeom prst="rect">
            <a:avLst/>
          </a:prstGeom>
          <a:noFill/>
        </p:spPr>
        <p:txBody>
          <a:bodyPr wrap="square">
            <a:spAutoFit/>
          </a:bodyPr>
          <a:lstStyle/>
          <a:p>
            <a:r>
              <a:rPr lang="en-US" sz="2200" dirty="0">
                <a:solidFill>
                  <a:srgbClr val="002248"/>
                </a:solidFill>
                <a:latin typeface="+mj-lt"/>
              </a:rPr>
              <a:t>Data Cleaning</a:t>
            </a:r>
          </a:p>
        </p:txBody>
      </p:sp>
      <p:sp>
        <p:nvSpPr>
          <p:cNvPr id="29" name="TextBox 28">
            <a:extLst>
              <a:ext uri="{FF2B5EF4-FFF2-40B4-BE49-F238E27FC236}">
                <a16:creationId xmlns:a16="http://schemas.microsoft.com/office/drawing/2014/main" id="{78917BE5-16ED-0684-F04C-E03281D831E4}"/>
              </a:ext>
            </a:extLst>
          </p:cNvPr>
          <p:cNvSpPr txBox="1"/>
          <p:nvPr/>
        </p:nvSpPr>
        <p:spPr>
          <a:xfrm>
            <a:off x="4282893" y="2431958"/>
            <a:ext cx="3291389" cy="430887"/>
          </a:xfrm>
          <a:prstGeom prst="rect">
            <a:avLst/>
          </a:prstGeom>
          <a:noFill/>
        </p:spPr>
        <p:txBody>
          <a:bodyPr wrap="square">
            <a:spAutoFit/>
          </a:bodyPr>
          <a:lstStyle/>
          <a:p>
            <a:r>
              <a:rPr lang="en-US" sz="2200" dirty="0">
                <a:solidFill>
                  <a:srgbClr val="002248"/>
                </a:solidFill>
                <a:latin typeface="+mj-lt"/>
              </a:rPr>
              <a:t>Feature Engineering</a:t>
            </a:r>
          </a:p>
        </p:txBody>
      </p:sp>
      <p:sp>
        <p:nvSpPr>
          <p:cNvPr id="31" name="Rectangle 1">
            <a:extLst>
              <a:ext uri="{FF2B5EF4-FFF2-40B4-BE49-F238E27FC236}">
                <a16:creationId xmlns:a16="http://schemas.microsoft.com/office/drawing/2014/main" id="{91DB1CAB-DCC4-DD3C-53FC-093761900161}"/>
              </a:ext>
            </a:extLst>
          </p:cNvPr>
          <p:cNvSpPr>
            <a:spLocks noChangeArrowheads="1"/>
          </p:cNvSpPr>
          <p:nvPr/>
        </p:nvSpPr>
        <p:spPr bwMode="auto">
          <a:xfrm>
            <a:off x="192297" y="3207691"/>
            <a:ext cx="3726982" cy="3662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effectLst/>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lang="en-US" dirty="0">
                <a:latin typeface="Arial" panose="020B0604020202020204" pitchFamily="34" charset="0"/>
                <a:cs typeface="Arial" panose="020B0604020202020204" pitchFamily="34" charset="0"/>
              </a:rPr>
              <a:t>Recoded </a:t>
            </a:r>
            <a:r>
              <a:rPr lang="en-US" b="1" dirty="0" err="1">
                <a:latin typeface="Arial" panose="020B0604020202020204" pitchFamily="34" charset="0"/>
                <a:cs typeface="Arial" panose="020B0604020202020204" pitchFamily="34" charset="0"/>
              </a:rPr>
              <a:t>content_types</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into 5 clear categories: </a:t>
            </a:r>
            <a:r>
              <a:rPr lang="en-US" b="1" dirty="0">
                <a:latin typeface="Arial" panose="020B0604020202020204" pitchFamily="34" charset="0"/>
                <a:cs typeface="Arial" panose="020B0604020202020204" pitchFamily="34" charset="0"/>
              </a:rPr>
              <a:t>Short-form video, Long-form video, Image post, Text post, Live stream</a:t>
            </a:r>
            <a:endParaRPr lang="en-US" altLang="en-US" b="1" dirty="0">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latin typeface="Arial" panose="020B0604020202020204" pitchFamily="34" charset="0"/>
              </a:rPr>
              <a:t>S</a:t>
            </a:r>
            <a:r>
              <a:rPr kumimoji="0" lang="en-US" altLang="en-US" b="0" i="0" u="none" strike="noStrike" cap="none" normalizeH="0" baseline="0" dirty="0">
                <a:ln>
                  <a:noFill/>
                </a:ln>
                <a:effectLst/>
                <a:latin typeface="Arial" panose="020B0604020202020204" pitchFamily="34" charset="0"/>
              </a:rPr>
              <a:t>eparated categorical and numeric columns.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latin typeface="Arial" panose="020B0604020202020204" pitchFamily="34" charset="0"/>
              </a:rPr>
              <a:t>M</a:t>
            </a:r>
            <a:r>
              <a:rPr kumimoji="0" lang="en-US" altLang="en-US" b="0" i="0" u="none" strike="noStrike" cap="none" normalizeH="0" baseline="0" dirty="0">
                <a:ln>
                  <a:noFill/>
                </a:ln>
                <a:effectLst/>
                <a:latin typeface="Arial" panose="020B0604020202020204" pitchFamily="34" charset="0"/>
              </a:rPr>
              <a:t>issing values, duplicates, and inconsistencies</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Standardized month names and removed unnecessary columns</a:t>
            </a:r>
            <a:r>
              <a:rPr lang="en-US" altLang="en-US" dirty="0">
                <a:solidFill>
                  <a:schemeClr val="bg1"/>
                </a:solidFill>
                <a:latin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effectLst/>
              <a:latin typeface="Arial" panose="020B0604020202020204" pitchFamily="34" charset="0"/>
            </a:endParaRPr>
          </a:p>
        </p:txBody>
      </p:sp>
      <p:sp>
        <p:nvSpPr>
          <p:cNvPr id="34" name="Rectangle: Rounded Corners 33">
            <a:extLst>
              <a:ext uri="{FF2B5EF4-FFF2-40B4-BE49-F238E27FC236}">
                <a16:creationId xmlns:a16="http://schemas.microsoft.com/office/drawing/2014/main" id="{6BDA57DC-968E-9EE2-21D4-5691FCBDB36D}"/>
              </a:ext>
            </a:extLst>
          </p:cNvPr>
          <p:cNvSpPr/>
          <p:nvPr/>
        </p:nvSpPr>
        <p:spPr>
          <a:xfrm>
            <a:off x="8242819" y="2128964"/>
            <a:ext cx="45719" cy="4729036"/>
          </a:xfrm>
          <a:prstGeom prst="roundRect">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13500000" scaled="1"/>
            <a:tileRect/>
          </a:gra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
            <a:extLst>
              <a:ext uri="{FF2B5EF4-FFF2-40B4-BE49-F238E27FC236}">
                <a16:creationId xmlns:a16="http://schemas.microsoft.com/office/drawing/2014/main" id="{AA72EB17-35A9-7F6D-96F2-CF107D4AD501}"/>
              </a:ext>
            </a:extLst>
          </p:cNvPr>
          <p:cNvSpPr>
            <a:spLocks noChangeArrowheads="1"/>
          </p:cNvSpPr>
          <p:nvPr/>
        </p:nvSpPr>
        <p:spPr bwMode="auto">
          <a:xfrm>
            <a:off x="4350625" y="3321539"/>
            <a:ext cx="3848125"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Created </a:t>
            </a:r>
            <a:r>
              <a:rPr kumimoji="0" lang="en-US" altLang="en-US" sz="1800" b="1" i="0" u="none" strike="noStrike" cap="none" normalizeH="0" baseline="0" dirty="0">
                <a:ln>
                  <a:noFill/>
                </a:ln>
                <a:solidFill>
                  <a:schemeClr val="tx1"/>
                </a:solidFill>
                <a:effectLst/>
                <a:latin typeface="Arial" panose="020B0604020202020204" pitchFamily="34" charset="0"/>
              </a:rPr>
              <a:t>Engagement</a:t>
            </a:r>
            <a:r>
              <a:rPr kumimoji="0" lang="en-US" altLang="en-US" sz="1800" b="0" i="0" u="none" strike="noStrike" cap="none" normalizeH="0" baseline="0" dirty="0">
                <a:ln>
                  <a:noFill/>
                </a:ln>
                <a:solidFill>
                  <a:schemeClr val="tx1"/>
                </a:solidFill>
                <a:effectLst/>
                <a:latin typeface="Arial" panose="020B0604020202020204" pitchFamily="34" charset="0"/>
              </a:rPr>
              <a:t> = Likes + Comments + Shares.</a:t>
            </a:r>
            <a:r>
              <a:rPr lang="en-US" dirty="0">
                <a:latin typeface="Arial "/>
              </a:rPr>
              <a:t> (Islam et al., 2020: Wang &amp; Sun 2022</a:t>
            </a:r>
            <a:r>
              <a:rPr lang="en-US" dirty="0"/>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indent="-285750" eaLnBrk="0" fontAlgn="base" hangingPunct="0">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Calculated </a:t>
            </a:r>
            <a:r>
              <a:rPr kumimoji="0" lang="en-US" altLang="en-US" sz="1800" b="1" i="0" u="none" strike="noStrike" cap="none" normalizeH="0" baseline="0" dirty="0">
                <a:ln>
                  <a:noFill/>
                </a:ln>
                <a:solidFill>
                  <a:schemeClr val="tx1"/>
                </a:solidFill>
                <a:effectLst/>
                <a:latin typeface="Arial" panose="020B0604020202020204" pitchFamily="34" charset="0"/>
              </a:rPr>
              <a:t>Engagement Rate (%)</a:t>
            </a:r>
            <a:r>
              <a:rPr kumimoji="0" lang="en-US" altLang="en-US" sz="1800" b="0" i="0" u="none" strike="noStrike" cap="none" normalizeH="0" baseline="0" dirty="0">
                <a:ln>
                  <a:noFill/>
                </a:ln>
                <a:solidFill>
                  <a:schemeClr val="tx1"/>
                </a:solidFill>
                <a:effectLst/>
                <a:latin typeface="Arial" panose="020B0604020202020204" pitchFamily="34" charset="0"/>
              </a:rPr>
              <a:t> = (Engagement ÷ Views) × 100</a:t>
            </a:r>
            <a:r>
              <a:rPr lang="en-US" altLang="en-US" dirty="0">
                <a:latin typeface="Arial" panose="020B0604020202020204" pitchFamily="34" charset="0"/>
              </a:rPr>
              <a:t>.</a:t>
            </a:r>
            <a:r>
              <a:rPr lang="en-US" dirty="0">
                <a:latin typeface="Arial "/>
              </a:rPr>
              <a:t> (Islam et al)</a:t>
            </a:r>
          </a:p>
          <a:p>
            <a:pPr marL="285750" indent="-28575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Converted </a:t>
            </a:r>
            <a:r>
              <a:rPr lang="en-US" altLang="en-US" b="1" dirty="0" err="1">
                <a:latin typeface="Arial" panose="020B0604020202020204" pitchFamily="34" charset="0"/>
              </a:rPr>
              <a:t>Post_Date</a:t>
            </a:r>
            <a:r>
              <a:rPr lang="en-US" altLang="en-US" dirty="0">
                <a:latin typeface="Arial" panose="020B0604020202020204" pitchFamily="34" charset="0"/>
              </a:rPr>
              <a:t> to datetime and extracted </a:t>
            </a:r>
            <a:r>
              <a:rPr lang="en-US" altLang="en-US" b="1" dirty="0">
                <a:latin typeface="Arial" panose="020B0604020202020204" pitchFamily="34" charset="0"/>
              </a:rPr>
              <a:t>Month and Year.</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Merged cleaned categorical and numeric datasets into a single dataset.</a:t>
            </a:r>
          </a:p>
        </p:txBody>
      </p:sp>
      <p:sp>
        <p:nvSpPr>
          <p:cNvPr id="38" name="Rectangle 4">
            <a:extLst>
              <a:ext uri="{FF2B5EF4-FFF2-40B4-BE49-F238E27FC236}">
                <a16:creationId xmlns:a16="http://schemas.microsoft.com/office/drawing/2014/main" id="{7EC2709D-F5E6-77B4-B4CE-AEB149F2506A}"/>
              </a:ext>
            </a:extLst>
          </p:cNvPr>
          <p:cNvSpPr>
            <a:spLocks noChangeArrowheads="1"/>
          </p:cNvSpPr>
          <p:nvPr/>
        </p:nvSpPr>
        <p:spPr bwMode="auto">
          <a:xfrm>
            <a:off x="8417844" y="3496941"/>
            <a:ext cx="3319938"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latin typeface="Arial" panose="020B0604020202020204" pitchFamily="34" charset="0"/>
              </a:rPr>
              <a:t>Ran</a:t>
            </a:r>
            <a:r>
              <a:rPr kumimoji="0" lang="en-US" altLang="en-US" sz="1800" b="0" i="0" u="none" strike="noStrike" cap="none" normalizeH="0" baseline="0" dirty="0">
                <a:ln>
                  <a:noFill/>
                </a:ln>
                <a:solidFill>
                  <a:schemeClr val="tx1"/>
                </a:solidFill>
                <a:effectLst/>
                <a:latin typeface="Arial" panose="020B0604020202020204" pitchFamily="34" charset="0"/>
              </a:rPr>
              <a:t> descriptive statistics on categorical and numeric fields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Used </a:t>
            </a:r>
            <a:r>
              <a:rPr kumimoji="0" lang="en-US" altLang="en-US" sz="1800" b="1" i="0" u="none" strike="noStrike" cap="none" normalizeH="0" baseline="0" dirty="0" err="1">
                <a:ln>
                  <a:noFill/>
                </a:ln>
                <a:solidFill>
                  <a:schemeClr val="tx1"/>
                </a:solidFill>
                <a:effectLst/>
                <a:latin typeface="Arial" panose="020B0604020202020204" pitchFamily="34" charset="0"/>
              </a:rPr>
              <a:t>groupby</a:t>
            </a:r>
            <a:r>
              <a:rPr kumimoji="0" lang="en-US" altLang="en-US" sz="1800" b="0" i="0" u="none" strike="noStrike" cap="none" normalizeH="0" baseline="0" dirty="0">
                <a:ln>
                  <a:noFill/>
                </a:ln>
                <a:solidFill>
                  <a:schemeClr val="tx1"/>
                </a:solidFill>
                <a:effectLst/>
                <a:latin typeface="Arial" panose="020B0604020202020204" pitchFamily="34" charset="0"/>
              </a:rPr>
              <a:t> to compute average engagement rate across: Content Type, Hashtags, Platform × Content Type, Month, Region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Generated bar charts for each research question</a:t>
            </a:r>
          </a:p>
        </p:txBody>
      </p:sp>
      <p:sp>
        <p:nvSpPr>
          <p:cNvPr id="41" name="TextBox 40">
            <a:extLst>
              <a:ext uri="{FF2B5EF4-FFF2-40B4-BE49-F238E27FC236}">
                <a16:creationId xmlns:a16="http://schemas.microsoft.com/office/drawing/2014/main" id="{8F7B17C5-7047-8589-2580-E7F8522B5861}"/>
              </a:ext>
            </a:extLst>
          </p:cNvPr>
          <p:cNvSpPr txBox="1"/>
          <p:nvPr/>
        </p:nvSpPr>
        <p:spPr>
          <a:xfrm>
            <a:off x="8466773" y="2428232"/>
            <a:ext cx="3069907" cy="430887"/>
          </a:xfrm>
          <a:prstGeom prst="rect">
            <a:avLst/>
          </a:prstGeom>
          <a:noFill/>
        </p:spPr>
        <p:txBody>
          <a:bodyPr wrap="square">
            <a:spAutoFit/>
          </a:bodyPr>
          <a:lstStyle/>
          <a:p>
            <a:r>
              <a:rPr lang="en-US" sz="2200" dirty="0">
                <a:solidFill>
                  <a:srgbClr val="002248"/>
                </a:solidFill>
                <a:latin typeface="+mj-lt"/>
              </a:rPr>
              <a:t>Analysis Approach</a:t>
            </a:r>
          </a:p>
        </p:txBody>
      </p:sp>
      <p:sp>
        <p:nvSpPr>
          <p:cNvPr id="5" name="TextBox 4">
            <a:extLst>
              <a:ext uri="{FF2B5EF4-FFF2-40B4-BE49-F238E27FC236}">
                <a16:creationId xmlns:a16="http://schemas.microsoft.com/office/drawing/2014/main" id="{56CDCBCB-E299-9735-726A-39CF986BDEBF}"/>
              </a:ext>
            </a:extLst>
          </p:cNvPr>
          <p:cNvSpPr txBox="1"/>
          <p:nvPr/>
        </p:nvSpPr>
        <p:spPr>
          <a:xfrm>
            <a:off x="172017" y="2760482"/>
            <a:ext cx="2808249" cy="366371"/>
          </a:xfrm>
          <a:prstGeom prst="rect">
            <a:avLst/>
          </a:prstGeom>
          <a:noFill/>
        </p:spPr>
        <p:txBody>
          <a:bodyPr wrap="square">
            <a:spAutoFit/>
          </a:bodyPr>
          <a:lstStyle/>
          <a:p>
            <a:r>
              <a:rPr lang="en-US" b="1" dirty="0">
                <a:solidFill>
                  <a:srgbClr val="002248"/>
                </a:solidFill>
              </a:rPr>
              <a:t>(Excel &amp; Python: Pandas)</a:t>
            </a:r>
          </a:p>
        </p:txBody>
      </p:sp>
      <p:sp>
        <p:nvSpPr>
          <p:cNvPr id="7" name="TextBox 6">
            <a:extLst>
              <a:ext uri="{FF2B5EF4-FFF2-40B4-BE49-F238E27FC236}">
                <a16:creationId xmlns:a16="http://schemas.microsoft.com/office/drawing/2014/main" id="{C61CDB22-4BE7-CFA2-5D45-633ED5FCF1EF}"/>
              </a:ext>
            </a:extLst>
          </p:cNvPr>
          <p:cNvSpPr txBox="1"/>
          <p:nvPr/>
        </p:nvSpPr>
        <p:spPr>
          <a:xfrm>
            <a:off x="4299434" y="2757521"/>
            <a:ext cx="3274848" cy="369332"/>
          </a:xfrm>
          <a:prstGeom prst="rect">
            <a:avLst/>
          </a:prstGeom>
          <a:noFill/>
        </p:spPr>
        <p:txBody>
          <a:bodyPr wrap="square">
            <a:spAutoFit/>
          </a:bodyPr>
          <a:lstStyle/>
          <a:p>
            <a:pPr>
              <a:buNone/>
            </a:pPr>
            <a:r>
              <a:rPr lang="en-US" b="1" dirty="0">
                <a:solidFill>
                  <a:srgbClr val="002248"/>
                </a:solidFill>
              </a:rPr>
              <a:t>(Pandas &amp; NumPy</a:t>
            </a:r>
            <a:r>
              <a:rPr lang="en-US" dirty="0"/>
              <a:t>)</a:t>
            </a:r>
          </a:p>
        </p:txBody>
      </p:sp>
      <p:sp>
        <p:nvSpPr>
          <p:cNvPr id="9" name="TextBox 8">
            <a:extLst>
              <a:ext uri="{FF2B5EF4-FFF2-40B4-BE49-F238E27FC236}">
                <a16:creationId xmlns:a16="http://schemas.microsoft.com/office/drawing/2014/main" id="{DA3F035E-6EB0-F70F-66F0-5E6769E0B140}"/>
              </a:ext>
            </a:extLst>
          </p:cNvPr>
          <p:cNvSpPr txBox="1"/>
          <p:nvPr/>
        </p:nvSpPr>
        <p:spPr>
          <a:xfrm>
            <a:off x="8466774" y="2739786"/>
            <a:ext cx="3870424" cy="646331"/>
          </a:xfrm>
          <a:prstGeom prst="rect">
            <a:avLst/>
          </a:prstGeom>
          <a:noFill/>
        </p:spPr>
        <p:txBody>
          <a:bodyPr wrap="square">
            <a:spAutoFit/>
          </a:bodyPr>
          <a:lstStyle/>
          <a:p>
            <a:pPr>
              <a:buNone/>
            </a:pPr>
            <a:r>
              <a:rPr lang="en-US" b="1" dirty="0">
                <a:solidFill>
                  <a:srgbClr val="002248"/>
                </a:solidFill>
              </a:rPr>
              <a:t>(Pandas, NumPy, Seaborn &amp; Matplotlib)</a:t>
            </a:r>
          </a:p>
        </p:txBody>
      </p:sp>
    </p:spTree>
    <p:extLst>
      <p:ext uri="{BB962C8B-B14F-4D97-AF65-F5344CB8AC3E}">
        <p14:creationId xmlns:p14="http://schemas.microsoft.com/office/powerpoint/2010/main" val="29780610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A102DB2-427F-A208-A56F-0E5D32F417F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F74EBBD-8E06-4E83-B0A2-75BB23875F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60CCE1B-689A-4430-B79E-977B226F31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2672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7DDC33EC-086D-4551-A7B9-520718C139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091741" y="3249454"/>
            <a:ext cx="2353172" cy="4863918"/>
          </a:xfrm>
          <a:custGeom>
            <a:avLst/>
            <a:gdLst>
              <a:gd name="connsiteX0" fmla="*/ 2352312 w 2353172"/>
              <a:gd name="connsiteY0" fmla="*/ 0 h 4863918"/>
              <a:gd name="connsiteX1" fmla="*/ 2353172 w 2353172"/>
              <a:gd name="connsiteY1" fmla="*/ 0 h 4863918"/>
              <a:gd name="connsiteX2" fmla="*/ 2353172 w 2353172"/>
              <a:gd name="connsiteY2" fmla="*/ 4863918 h 4863918"/>
              <a:gd name="connsiteX3" fmla="*/ 2352312 w 2353172"/>
              <a:gd name="connsiteY3" fmla="*/ 4863918 h 4863918"/>
              <a:gd name="connsiteX4" fmla="*/ 2340504 w 2353172"/>
              <a:gd name="connsiteY4" fmla="*/ 4630072 h 4863918"/>
              <a:gd name="connsiteX5" fmla="*/ 134816 w 2353172"/>
              <a:gd name="connsiteY5" fmla="*/ 2438342 h 4863918"/>
              <a:gd name="connsiteX6" fmla="*/ 0 w 2353172"/>
              <a:gd name="connsiteY6" fmla="*/ 2431959 h 4863918"/>
              <a:gd name="connsiteX7" fmla="*/ 134816 w 2353172"/>
              <a:gd name="connsiteY7" fmla="*/ 2425576 h 4863918"/>
              <a:gd name="connsiteX8" fmla="*/ 2340504 w 2353172"/>
              <a:gd name="connsiteY8" fmla="*/ 233845 h 4863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3172" h="4863918">
                <a:moveTo>
                  <a:pt x="2352312" y="0"/>
                </a:moveTo>
                <a:lnTo>
                  <a:pt x="2353172" y="0"/>
                </a:lnTo>
                <a:lnTo>
                  <a:pt x="2353172" y="4863918"/>
                </a:lnTo>
                <a:lnTo>
                  <a:pt x="2352312" y="4863918"/>
                </a:lnTo>
                <a:lnTo>
                  <a:pt x="2340504" y="4630072"/>
                </a:lnTo>
                <a:cubicBezTo>
                  <a:pt x="2222700" y="3470082"/>
                  <a:pt x="1296917" y="2548952"/>
                  <a:pt x="134816" y="2438342"/>
                </a:cubicBezTo>
                <a:lnTo>
                  <a:pt x="0" y="2431959"/>
                </a:lnTo>
                <a:lnTo>
                  <a:pt x="134816" y="2425576"/>
                </a:lnTo>
                <a:cubicBezTo>
                  <a:pt x="1296917" y="2314966"/>
                  <a:pt x="2222700" y="1393835"/>
                  <a:pt x="2340504" y="233845"/>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CE6E1EF9-BCA8-4087-A0A6-3B1D576DE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083790" y="3249455"/>
            <a:ext cx="2353172" cy="4863918"/>
          </a:xfrm>
          <a:custGeom>
            <a:avLst/>
            <a:gdLst>
              <a:gd name="connsiteX0" fmla="*/ 2352312 w 2353172"/>
              <a:gd name="connsiteY0" fmla="*/ 0 h 4863918"/>
              <a:gd name="connsiteX1" fmla="*/ 2353172 w 2353172"/>
              <a:gd name="connsiteY1" fmla="*/ 0 h 4863918"/>
              <a:gd name="connsiteX2" fmla="*/ 2353172 w 2353172"/>
              <a:gd name="connsiteY2" fmla="*/ 4863918 h 4863918"/>
              <a:gd name="connsiteX3" fmla="*/ 2352312 w 2353172"/>
              <a:gd name="connsiteY3" fmla="*/ 4863918 h 4863918"/>
              <a:gd name="connsiteX4" fmla="*/ 2340504 w 2353172"/>
              <a:gd name="connsiteY4" fmla="*/ 4630072 h 4863918"/>
              <a:gd name="connsiteX5" fmla="*/ 134816 w 2353172"/>
              <a:gd name="connsiteY5" fmla="*/ 2438342 h 4863918"/>
              <a:gd name="connsiteX6" fmla="*/ 0 w 2353172"/>
              <a:gd name="connsiteY6" fmla="*/ 2431959 h 4863918"/>
              <a:gd name="connsiteX7" fmla="*/ 134816 w 2353172"/>
              <a:gd name="connsiteY7" fmla="*/ 2425576 h 4863918"/>
              <a:gd name="connsiteX8" fmla="*/ 2340504 w 2353172"/>
              <a:gd name="connsiteY8" fmla="*/ 233845 h 4863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3172" h="4863918">
                <a:moveTo>
                  <a:pt x="2352312" y="0"/>
                </a:moveTo>
                <a:lnTo>
                  <a:pt x="2353172" y="0"/>
                </a:lnTo>
                <a:lnTo>
                  <a:pt x="2353172" y="4863918"/>
                </a:lnTo>
                <a:lnTo>
                  <a:pt x="2352312" y="4863918"/>
                </a:lnTo>
                <a:lnTo>
                  <a:pt x="2340504" y="4630072"/>
                </a:lnTo>
                <a:cubicBezTo>
                  <a:pt x="2222700" y="3470082"/>
                  <a:pt x="1296917" y="2548952"/>
                  <a:pt x="134816" y="2438342"/>
                </a:cubicBezTo>
                <a:lnTo>
                  <a:pt x="0" y="2431959"/>
                </a:lnTo>
                <a:lnTo>
                  <a:pt x="134816" y="2425576"/>
                </a:lnTo>
                <a:cubicBezTo>
                  <a:pt x="1296917" y="2314966"/>
                  <a:pt x="2222700" y="1393835"/>
                  <a:pt x="2340504" y="233845"/>
                </a:cubicBezTo>
                <a:close/>
              </a:path>
            </a:pathLst>
          </a:custGeom>
          <a:solidFill>
            <a:schemeClr val="accent2">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3">
            <a:extLst>
              <a:ext uri="{FF2B5EF4-FFF2-40B4-BE49-F238E27FC236}">
                <a16:creationId xmlns:a16="http://schemas.microsoft.com/office/drawing/2014/main" id="{A985CCFD-4CF2-569B-B491-CA58FB0AD4C9}"/>
              </a:ext>
            </a:extLst>
          </p:cNvPr>
          <p:cNvSpPr>
            <a:spLocks noGrp="1"/>
          </p:cNvSpPr>
          <p:nvPr>
            <p:ph type="title"/>
          </p:nvPr>
        </p:nvSpPr>
        <p:spPr>
          <a:xfrm>
            <a:off x="609601" y="685799"/>
            <a:ext cx="3075296" cy="1549401"/>
          </a:xfrm>
        </p:spPr>
        <p:txBody>
          <a:bodyPr anchor="t">
            <a:normAutofit/>
          </a:bodyPr>
          <a:lstStyle/>
          <a:p>
            <a:r>
              <a:rPr lang="en-US" sz="3100">
                <a:solidFill>
                  <a:srgbClr val="002248"/>
                </a:solidFill>
              </a:rPr>
              <a:t>Results &amp; Interpretation</a:t>
            </a:r>
          </a:p>
        </p:txBody>
      </p:sp>
      <p:sp>
        <p:nvSpPr>
          <p:cNvPr id="3" name="Slide Number Placeholder 2">
            <a:extLst>
              <a:ext uri="{FF2B5EF4-FFF2-40B4-BE49-F238E27FC236}">
                <a16:creationId xmlns:a16="http://schemas.microsoft.com/office/drawing/2014/main" id="{BC43D8D0-14D0-7B1E-CB0A-704674265951}"/>
              </a:ext>
            </a:extLst>
          </p:cNvPr>
          <p:cNvSpPr>
            <a:spLocks noGrp="1"/>
          </p:cNvSpPr>
          <p:nvPr>
            <p:ph type="sldNum" sz="quarter" idx="12"/>
          </p:nvPr>
        </p:nvSpPr>
        <p:spPr>
          <a:xfrm>
            <a:off x="11391152" y="6434524"/>
            <a:ext cx="693261" cy="365125"/>
          </a:xfrm>
        </p:spPr>
        <p:txBody>
          <a:bodyPr>
            <a:normAutofit/>
          </a:bodyPr>
          <a:lstStyle/>
          <a:p>
            <a:pPr>
              <a:lnSpc>
                <a:spcPct val="90000"/>
              </a:lnSpc>
              <a:spcAft>
                <a:spcPts val="600"/>
              </a:spcAft>
            </a:pPr>
            <a:fld id="{08AB70BE-1769-45B8-85A6-0C837432C7E6}" type="slidenum">
              <a:rPr lang="en-US" sz="1900">
                <a:solidFill>
                  <a:schemeClr val="accent2"/>
                </a:solidFill>
              </a:rPr>
              <a:pPr>
                <a:lnSpc>
                  <a:spcPct val="90000"/>
                </a:lnSpc>
                <a:spcAft>
                  <a:spcPts val="600"/>
                </a:spcAft>
              </a:pPr>
              <a:t>6</a:t>
            </a:fld>
            <a:endParaRPr lang="en-US" sz="1900">
              <a:solidFill>
                <a:schemeClr val="accent2"/>
              </a:solidFill>
            </a:endParaRPr>
          </a:p>
        </p:txBody>
      </p:sp>
      <p:sp>
        <p:nvSpPr>
          <p:cNvPr id="2" name="Rectangle 1">
            <a:extLst>
              <a:ext uri="{FF2B5EF4-FFF2-40B4-BE49-F238E27FC236}">
                <a16:creationId xmlns:a16="http://schemas.microsoft.com/office/drawing/2014/main" id="{D0F35B52-C1C4-8ED4-753E-4DEC21F5396D}"/>
              </a:ext>
            </a:extLst>
          </p:cNvPr>
          <p:cNvSpPr/>
          <p:nvPr/>
        </p:nvSpPr>
        <p:spPr>
          <a:xfrm>
            <a:off x="4261213" y="4504826"/>
            <a:ext cx="2443822" cy="235317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99047A73-9E49-EC2B-013F-5FB04C9029CC}"/>
              </a:ext>
            </a:extLst>
          </p:cNvPr>
          <p:cNvPicPr>
            <a:picLocks noGrp="1" noChangeAspect="1"/>
          </p:cNvPicPr>
          <p:nvPr>
            <p:ph idx="1"/>
          </p:nvPr>
        </p:nvPicPr>
        <p:blipFill>
          <a:blip r:embed="rId2"/>
          <a:srcRect l="370" r="370"/>
          <a:stretch/>
        </p:blipFill>
        <p:spPr>
          <a:xfrm>
            <a:off x="4378143" y="685799"/>
            <a:ext cx="7702911" cy="4296003"/>
          </a:xfrm>
          <a:prstGeom prst="rect">
            <a:avLst/>
          </a:prstGeom>
        </p:spPr>
      </p:pic>
      <p:sp>
        <p:nvSpPr>
          <p:cNvPr id="13" name="TextBox 12">
            <a:extLst>
              <a:ext uri="{FF2B5EF4-FFF2-40B4-BE49-F238E27FC236}">
                <a16:creationId xmlns:a16="http://schemas.microsoft.com/office/drawing/2014/main" id="{5C316BB4-0560-FF53-2D44-289F693F55F6}"/>
              </a:ext>
            </a:extLst>
          </p:cNvPr>
          <p:cNvSpPr txBox="1"/>
          <p:nvPr/>
        </p:nvSpPr>
        <p:spPr>
          <a:xfrm>
            <a:off x="635001" y="1773535"/>
            <a:ext cx="3570597" cy="923330"/>
          </a:xfrm>
          <a:prstGeom prst="rect">
            <a:avLst/>
          </a:prstGeom>
          <a:noFill/>
        </p:spPr>
        <p:txBody>
          <a:bodyPr wrap="square">
            <a:spAutoFit/>
          </a:bodyPr>
          <a:lstStyle/>
          <a:p>
            <a:r>
              <a:rPr lang="en-US" b="1" dirty="0">
                <a:solidFill>
                  <a:schemeClr val="tx1">
                    <a:lumMod val="95000"/>
                    <a:lumOff val="5000"/>
                  </a:schemeClr>
                </a:solidFill>
                <a:latin typeface="Arial" panose="020B0604020202020204" pitchFamily="34" charset="0"/>
                <a:cs typeface="Arial" panose="020B0604020202020204" pitchFamily="34" charset="0"/>
              </a:rPr>
              <a:t>RQ1: </a:t>
            </a:r>
            <a:r>
              <a:rPr lang="en-US" dirty="0">
                <a:solidFill>
                  <a:schemeClr val="tx1">
                    <a:lumMod val="95000"/>
                    <a:lumOff val="5000"/>
                  </a:schemeClr>
                </a:solidFill>
                <a:cs typeface="Arial" panose="020B0604020202020204" pitchFamily="34" charset="0"/>
              </a:rPr>
              <a:t>Which content types generate the highest engagement?</a:t>
            </a:r>
          </a:p>
        </p:txBody>
      </p:sp>
      <p:sp>
        <p:nvSpPr>
          <p:cNvPr id="17" name="TextBox 16">
            <a:extLst>
              <a:ext uri="{FF2B5EF4-FFF2-40B4-BE49-F238E27FC236}">
                <a16:creationId xmlns:a16="http://schemas.microsoft.com/office/drawing/2014/main" id="{4624E97A-34A2-1743-02BF-9973C09C8DFA}"/>
              </a:ext>
            </a:extLst>
          </p:cNvPr>
          <p:cNvSpPr txBox="1"/>
          <p:nvPr/>
        </p:nvSpPr>
        <p:spPr>
          <a:xfrm>
            <a:off x="609601" y="2696865"/>
            <a:ext cx="3321669" cy="3693319"/>
          </a:xfrm>
          <a:prstGeom prst="rect">
            <a:avLst/>
          </a:prstGeom>
          <a:noFill/>
        </p:spPr>
        <p:txBody>
          <a:bodyPr wrap="square">
            <a:spAutoFit/>
          </a:bodyPr>
          <a:lstStyle/>
          <a:p>
            <a:pPr>
              <a:buNone/>
            </a:pPr>
            <a:r>
              <a:rPr lang="en-US" b="1" dirty="0">
                <a:solidFill>
                  <a:schemeClr val="tx1">
                    <a:lumMod val="95000"/>
                    <a:lumOff val="5000"/>
                  </a:schemeClr>
                </a:solidFill>
                <a:latin typeface="Arial" panose="020B0604020202020204" pitchFamily="34" charset="0"/>
                <a:cs typeface="Arial" panose="020B0604020202020204" pitchFamily="34" charset="0"/>
              </a:rPr>
              <a:t>Results:</a:t>
            </a:r>
          </a:p>
          <a:p>
            <a:pPr marL="285750" lvl="0" indent="-285750" eaLnBrk="0" fontAlgn="base" hangingPunct="0">
              <a:spcBef>
                <a:spcPct val="0"/>
              </a:spcBef>
              <a:spcAft>
                <a:spcPct val="0"/>
              </a:spcAft>
              <a:buFont typeface="Arial" panose="020B0604020202020204" pitchFamily="34" charset="0"/>
              <a:buChar char="•"/>
            </a:pPr>
            <a:r>
              <a:rPr lang="en-US" altLang="en-US" b="1" dirty="0"/>
              <a:t>Short-form video </a:t>
            </a:r>
            <a:r>
              <a:rPr lang="en-US" altLang="en-US" dirty="0"/>
              <a:t>has the </a:t>
            </a:r>
            <a:r>
              <a:rPr lang="en-US" altLang="en-US" b="1" dirty="0"/>
              <a:t>highest average engagement rate</a:t>
            </a:r>
            <a:r>
              <a:rPr lang="en-US" altLang="en-US" dirty="0"/>
              <a:t> across </a:t>
            </a:r>
          </a:p>
          <a:p>
            <a:pPr marL="285750" lvl="0" indent="-285750" eaLnBrk="0" fontAlgn="base" hangingPunct="0">
              <a:spcBef>
                <a:spcPct val="0"/>
              </a:spcBef>
              <a:spcAft>
                <a:spcPct val="0"/>
              </a:spcAft>
              <a:buFont typeface="Arial" panose="020B0604020202020204" pitchFamily="34" charset="0"/>
              <a:buChar char="•"/>
            </a:pPr>
            <a:r>
              <a:rPr lang="en-US" altLang="en-US" b="1" dirty="0"/>
              <a:t>Live stream </a:t>
            </a:r>
            <a:r>
              <a:rPr lang="en-US" altLang="en-US" dirty="0"/>
              <a:t>has the second highest engagement rate</a:t>
            </a:r>
          </a:p>
          <a:p>
            <a:pPr marL="285750" lvl="0" indent="-285750" eaLnBrk="0" fontAlgn="base" hangingPunct="0">
              <a:spcBef>
                <a:spcPct val="0"/>
              </a:spcBef>
              <a:spcAft>
                <a:spcPct val="0"/>
              </a:spcAft>
              <a:buFont typeface="Arial" panose="020B0604020202020204" pitchFamily="34" charset="0"/>
              <a:buChar char="•"/>
            </a:pPr>
            <a:r>
              <a:rPr lang="en-US" altLang="en-US" b="1" dirty="0"/>
              <a:t>Long-form video </a:t>
            </a:r>
            <a:r>
              <a:rPr lang="en-US" altLang="en-US" dirty="0"/>
              <a:t>shows the </a:t>
            </a:r>
            <a:r>
              <a:rPr lang="en-US" altLang="en-US" b="1" dirty="0"/>
              <a:t>lowest engagement rate</a:t>
            </a:r>
            <a:r>
              <a:rPr lang="en-US" altLang="en-US" dirty="0"/>
              <a:t>.</a:t>
            </a:r>
          </a:p>
          <a:p>
            <a:pPr marL="285750" lvl="0" indent="-285750" eaLnBrk="0" fontAlgn="base" hangingPunct="0">
              <a:spcBef>
                <a:spcPct val="0"/>
              </a:spcBef>
              <a:spcAft>
                <a:spcPct val="0"/>
              </a:spcAft>
              <a:buFont typeface="Arial" panose="020B0604020202020204" pitchFamily="34" charset="0"/>
              <a:buChar char="•"/>
            </a:pPr>
            <a:r>
              <a:rPr lang="en-US" altLang="en-US" dirty="0"/>
              <a:t>Image posts and text posts fall in the middle but still perform lower than videos.</a:t>
            </a:r>
          </a:p>
          <a:p>
            <a:pPr marL="285750" lvl="0" indent="-285750" eaLnBrk="0" fontAlgn="base" hangingPunct="0">
              <a:spcBef>
                <a:spcPct val="0"/>
              </a:spcBef>
              <a:spcAft>
                <a:spcPct val="0"/>
              </a:spcAft>
              <a:buFont typeface="Arial" panose="020B0604020202020204" pitchFamily="34" charset="0"/>
              <a:buChar char="•"/>
            </a:pPr>
            <a:r>
              <a:rPr lang="en-US" altLang="en-US" dirty="0"/>
              <a:t>Text posts have moderate engagement overall.</a:t>
            </a:r>
          </a:p>
        </p:txBody>
      </p:sp>
      <p:sp>
        <p:nvSpPr>
          <p:cNvPr id="21" name="TextBox 20">
            <a:extLst>
              <a:ext uri="{FF2B5EF4-FFF2-40B4-BE49-F238E27FC236}">
                <a16:creationId xmlns:a16="http://schemas.microsoft.com/office/drawing/2014/main" id="{B69AF0C5-DED7-F127-5F21-16BD4019060E}"/>
              </a:ext>
            </a:extLst>
          </p:cNvPr>
          <p:cNvSpPr txBox="1"/>
          <p:nvPr/>
        </p:nvSpPr>
        <p:spPr>
          <a:xfrm>
            <a:off x="4378144" y="5319736"/>
            <a:ext cx="7702911" cy="1200329"/>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Interpretation:</a:t>
            </a:r>
          </a:p>
          <a:p>
            <a:pPr marL="285750" indent="-285750">
              <a:buFont typeface="Arial" panose="020B0604020202020204" pitchFamily="34" charset="0"/>
              <a:buChar char="•"/>
            </a:pPr>
            <a:r>
              <a:rPr lang="en-US" dirty="0"/>
              <a:t>Short videos clearly drive the strongest audience interaction. </a:t>
            </a:r>
          </a:p>
          <a:p>
            <a:pPr marL="285750" indent="-285750">
              <a:buFont typeface="Arial" panose="020B0604020202020204" pitchFamily="34" charset="0"/>
              <a:buChar char="•"/>
            </a:pPr>
            <a:r>
              <a:rPr lang="en-US" dirty="0"/>
              <a:t>Users prefer quick, high-impact content instead of long videos or static posts.</a:t>
            </a:r>
          </a:p>
        </p:txBody>
      </p:sp>
    </p:spTree>
    <p:extLst>
      <p:ext uri="{BB962C8B-B14F-4D97-AF65-F5344CB8AC3E}">
        <p14:creationId xmlns:p14="http://schemas.microsoft.com/office/powerpoint/2010/main" val="1915048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364D6A-3A8B-2061-F4E8-98D652E187F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86AA10A-EC46-0299-9C59-D1F7668E9A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66E9281-2FDF-1C5A-6B4C-00967DE523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2672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F7690B3E-439D-16F9-AEB9-092FDF4CB8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091741" y="3249454"/>
            <a:ext cx="2353172" cy="4863918"/>
          </a:xfrm>
          <a:custGeom>
            <a:avLst/>
            <a:gdLst>
              <a:gd name="connsiteX0" fmla="*/ 2352312 w 2353172"/>
              <a:gd name="connsiteY0" fmla="*/ 0 h 4863918"/>
              <a:gd name="connsiteX1" fmla="*/ 2353172 w 2353172"/>
              <a:gd name="connsiteY1" fmla="*/ 0 h 4863918"/>
              <a:gd name="connsiteX2" fmla="*/ 2353172 w 2353172"/>
              <a:gd name="connsiteY2" fmla="*/ 4863918 h 4863918"/>
              <a:gd name="connsiteX3" fmla="*/ 2352312 w 2353172"/>
              <a:gd name="connsiteY3" fmla="*/ 4863918 h 4863918"/>
              <a:gd name="connsiteX4" fmla="*/ 2340504 w 2353172"/>
              <a:gd name="connsiteY4" fmla="*/ 4630072 h 4863918"/>
              <a:gd name="connsiteX5" fmla="*/ 134816 w 2353172"/>
              <a:gd name="connsiteY5" fmla="*/ 2438342 h 4863918"/>
              <a:gd name="connsiteX6" fmla="*/ 0 w 2353172"/>
              <a:gd name="connsiteY6" fmla="*/ 2431959 h 4863918"/>
              <a:gd name="connsiteX7" fmla="*/ 134816 w 2353172"/>
              <a:gd name="connsiteY7" fmla="*/ 2425576 h 4863918"/>
              <a:gd name="connsiteX8" fmla="*/ 2340504 w 2353172"/>
              <a:gd name="connsiteY8" fmla="*/ 233845 h 4863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3172" h="4863918">
                <a:moveTo>
                  <a:pt x="2352312" y="0"/>
                </a:moveTo>
                <a:lnTo>
                  <a:pt x="2353172" y="0"/>
                </a:lnTo>
                <a:lnTo>
                  <a:pt x="2353172" y="4863918"/>
                </a:lnTo>
                <a:lnTo>
                  <a:pt x="2352312" y="4863918"/>
                </a:lnTo>
                <a:lnTo>
                  <a:pt x="2340504" y="4630072"/>
                </a:lnTo>
                <a:cubicBezTo>
                  <a:pt x="2222700" y="3470082"/>
                  <a:pt x="1296917" y="2548952"/>
                  <a:pt x="134816" y="2438342"/>
                </a:cubicBezTo>
                <a:lnTo>
                  <a:pt x="0" y="2431959"/>
                </a:lnTo>
                <a:lnTo>
                  <a:pt x="134816" y="2425576"/>
                </a:lnTo>
                <a:cubicBezTo>
                  <a:pt x="1296917" y="2314966"/>
                  <a:pt x="2222700" y="1393835"/>
                  <a:pt x="2340504" y="233845"/>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6E92C5FB-461F-27DC-F5A5-ED75E3B365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083790" y="3249455"/>
            <a:ext cx="2353172" cy="4863918"/>
          </a:xfrm>
          <a:custGeom>
            <a:avLst/>
            <a:gdLst>
              <a:gd name="connsiteX0" fmla="*/ 2352312 w 2353172"/>
              <a:gd name="connsiteY0" fmla="*/ 0 h 4863918"/>
              <a:gd name="connsiteX1" fmla="*/ 2353172 w 2353172"/>
              <a:gd name="connsiteY1" fmla="*/ 0 h 4863918"/>
              <a:gd name="connsiteX2" fmla="*/ 2353172 w 2353172"/>
              <a:gd name="connsiteY2" fmla="*/ 4863918 h 4863918"/>
              <a:gd name="connsiteX3" fmla="*/ 2352312 w 2353172"/>
              <a:gd name="connsiteY3" fmla="*/ 4863918 h 4863918"/>
              <a:gd name="connsiteX4" fmla="*/ 2340504 w 2353172"/>
              <a:gd name="connsiteY4" fmla="*/ 4630072 h 4863918"/>
              <a:gd name="connsiteX5" fmla="*/ 134816 w 2353172"/>
              <a:gd name="connsiteY5" fmla="*/ 2438342 h 4863918"/>
              <a:gd name="connsiteX6" fmla="*/ 0 w 2353172"/>
              <a:gd name="connsiteY6" fmla="*/ 2431959 h 4863918"/>
              <a:gd name="connsiteX7" fmla="*/ 134816 w 2353172"/>
              <a:gd name="connsiteY7" fmla="*/ 2425576 h 4863918"/>
              <a:gd name="connsiteX8" fmla="*/ 2340504 w 2353172"/>
              <a:gd name="connsiteY8" fmla="*/ 233845 h 4863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3172" h="4863918">
                <a:moveTo>
                  <a:pt x="2352312" y="0"/>
                </a:moveTo>
                <a:lnTo>
                  <a:pt x="2353172" y="0"/>
                </a:lnTo>
                <a:lnTo>
                  <a:pt x="2353172" y="4863918"/>
                </a:lnTo>
                <a:lnTo>
                  <a:pt x="2352312" y="4863918"/>
                </a:lnTo>
                <a:lnTo>
                  <a:pt x="2340504" y="4630072"/>
                </a:lnTo>
                <a:cubicBezTo>
                  <a:pt x="2222700" y="3470082"/>
                  <a:pt x="1296917" y="2548952"/>
                  <a:pt x="134816" y="2438342"/>
                </a:cubicBezTo>
                <a:lnTo>
                  <a:pt x="0" y="2431959"/>
                </a:lnTo>
                <a:lnTo>
                  <a:pt x="134816" y="2425576"/>
                </a:lnTo>
                <a:cubicBezTo>
                  <a:pt x="1296917" y="2314966"/>
                  <a:pt x="2222700" y="1393835"/>
                  <a:pt x="2340504" y="233845"/>
                </a:cubicBezTo>
                <a:close/>
              </a:path>
            </a:pathLst>
          </a:custGeom>
          <a:solidFill>
            <a:schemeClr val="accent2">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3">
            <a:extLst>
              <a:ext uri="{FF2B5EF4-FFF2-40B4-BE49-F238E27FC236}">
                <a16:creationId xmlns:a16="http://schemas.microsoft.com/office/drawing/2014/main" id="{4D594ABD-4179-A5A4-B16D-D076A0E136E8}"/>
              </a:ext>
            </a:extLst>
          </p:cNvPr>
          <p:cNvSpPr>
            <a:spLocks noGrp="1"/>
          </p:cNvSpPr>
          <p:nvPr>
            <p:ph type="title"/>
          </p:nvPr>
        </p:nvSpPr>
        <p:spPr>
          <a:xfrm>
            <a:off x="609601" y="685799"/>
            <a:ext cx="3075296" cy="1549401"/>
          </a:xfrm>
        </p:spPr>
        <p:txBody>
          <a:bodyPr anchor="t">
            <a:normAutofit/>
          </a:bodyPr>
          <a:lstStyle/>
          <a:p>
            <a:r>
              <a:rPr lang="en-US" sz="3100">
                <a:solidFill>
                  <a:srgbClr val="002248"/>
                </a:solidFill>
              </a:rPr>
              <a:t>Results &amp; Interpretation</a:t>
            </a:r>
          </a:p>
        </p:txBody>
      </p:sp>
      <p:sp>
        <p:nvSpPr>
          <p:cNvPr id="3" name="Slide Number Placeholder 2">
            <a:extLst>
              <a:ext uri="{FF2B5EF4-FFF2-40B4-BE49-F238E27FC236}">
                <a16:creationId xmlns:a16="http://schemas.microsoft.com/office/drawing/2014/main" id="{5DE595AB-3E3D-8605-C3CF-B6B4A76C738F}"/>
              </a:ext>
            </a:extLst>
          </p:cNvPr>
          <p:cNvSpPr>
            <a:spLocks noGrp="1"/>
          </p:cNvSpPr>
          <p:nvPr>
            <p:ph type="sldNum" sz="quarter" idx="12"/>
          </p:nvPr>
        </p:nvSpPr>
        <p:spPr>
          <a:xfrm>
            <a:off x="11391152" y="6434524"/>
            <a:ext cx="693261" cy="365125"/>
          </a:xfrm>
        </p:spPr>
        <p:txBody>
          <a:bodyPr>
            <a:normAutofit/>
          </a:bodyPr>
          <a:lstStyle/>
          <a:p>
            <a:pPr>
              <a:lnSpc>
                <a:spcPct val="90000"/>
              </a:lnSpc>
              <a:spcAft>
                <a:spcPts val="600"/>
              </a:spcAft>
            </a:pPr>
            <a:fld id="{08AB70BE-1769-45B8-85A6-0C837432C7E6}" type="slidenum">
              <a:rPr lang="en-US" sz="1900">
                <a:solidFill>
                  <a:schemeClr val="accent2"/>
                </a:solidFill>
              </a:rPr>
              <a:pPr>
                <a:lnSpc>
                  <a:spcPct val="90000"/>
                </a:lnSpc>
                <a:spcAft>
                  <a:spcPts val="600"/>
                </a:spcAft>
              </a:pPr>
              <a:t>7</a:t>
            </a:fld>
            <a:endParaRPr lang="en-US" sz="1900">
              <a:solidFill>
                <a:schemeClr val="accent2"/>
              </a:solidFill>
            </a:endParaRPr>
          </a:p>
        </p:txBody>
      </p:sp>
      <p:sp>
        <p:nvSpPr>
          <p:cNvPr id="2" name="Rectangle 1">
            <a:extLst>
              <a:ext uri="{FF2B5EF4-FFF2-40B4-BE49-F238E27FC236}">
                <a16:creationId xmlns:a16="http://schemas.microsoft.com/office/drawing/2014/main" id="{D7C5B506-CE05-FA69-8E62-0ACFB0F07D73}"/>
              </a:ext>
            </a:extLst>
          </p:cNvPr>
          <p:cNvSpPr/>
          <p:nvPr/>
        </p:nvSpPr>
        <p:spPr>
          <a:xfrm>
            <a:off x="4261213" y="4504826"/>
            <a:ext cx="2443822" cy="235317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6FEB8A5-AEFE-E75D-3747-5837BA5853ED}"/>
              </a:ext>
            </a:extLst>
          </p:cNvPr>
          <p:cNvSpPr txBox="1"/>
          <p:nvPr/>
        </p:nvSpPr>
        <p:spPr>
          <a:xfrm>
            <a:off x="682666" y="2069740"/>
            <a:ext cx="3570597" cy="646331"/>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RQ2: </a:t>
            </a:r>
            <a:r>
              <a:rPr lang="en-US" dirty="0"/>
              <a:t>How do hashtags impact engagement rate?</a:t>
            </a:r>
            <a:endParaRPr lang="en-US" dirty="0">
              <a:solidFill>
                <a:schemeClr val="tx1">
                  <a:lumMod val="95000"/>
                  <a:lumOff val="5000"/>
                </a:schemeClr>
              </a:solidFill>
              <a:cs typeface="Arial" panose="020B0604020202020204" pitchFamily="34" charset="0"/>
            </a:endParaRPr>
          </a:p>
        </p:txBody>
      </p:sp>
      <p:sp>
        <p:nvSpPr>
          <p:cNvPr id="17" name="TextBox 16">
            <a:extLst>
              <a:ext uri="{FF2B5EF4-FFF2-40B4-BE49-F238E27FC236}">
                <a16:creationId xmlns:a16="http://schemas.microsoft.com/office/drawing/2014/main" id="{8577FF6E-17BD-5AB0-9353-A4F0509BBD7C}"/>
              </a:ext>
            </a:extLst>
          </p:cNvPr>
          <p:cNvSpPr txBox="1"/>
          <p:nvPr/>
        </p:nvSpPr>
        <p:spPr>
          <a:xfrm>
            <a:off x="635001" y="3039237"/>
            <a:ext cx="3075297" cy="2308324"/>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Results (Findings):</a:t>
            </a:r>
          </a:p>
          <a:p>
            <a:pPr marL="285750" indent="-285750">
              <a:buFont typeface="Arial" panose="020B0604020202020204" pitchFamily="34" charset="0"/>
              <a:buChar char="•"/>
            </a:pPr>
            <a:r>
              <a:rPr lang="en-US" b="1" dirty="0"/>
              <a:t>#Viral</a:t>
            </a:r>
            <a:r>
              <a:rPr lang="en-US" dirty="0"/>
              <a:t> has the highest engagement rate.</a:t>
            </a:r>
          </a:p>
          <a:p>
            <a:pPr marL="285750" indent="-285750">
              <a:buFont typeface="Arial" panose="020B0604020202020204" pitchFamily="34" charset="0"/>
              <a:buChar char="•"/>
            </a:pPr>
            <a:r>
              <a:rPr lang="en-US" b="1" dirty="0"/>
              <a:t>#Music</a:t>
            </a:r>
            <a:r>
              <a:rPr lang="en-US" dirty="0"/>
              <a:t> has the lowest.</a:t>
            </a:r>
          </a:p>
          <a:p>
            <a:pPr marL="285750" indent="-285750">
              <a:buFont typeface="Arial" panose="020B0604020202020204" pitchFamily="34" charset="0"/>
              <a:buChar char="•"/>
            </a:pPr>
            <a:r>
              <a:rPr lang="en-US" dirty="0"/>
              <a:t>Other hashtags (e.g., #Education, #Comedy, #Tech) stayed in the middle range.</a:t>
            </a:r>
          </a:p>
        </p:txBody>
      </p:sp>
      <p:pic>
        <p:nvPicPr>
          <p:cNvPr id="9" name="Content Placeholder 8" descr="A graph of engagement rate&#10;&#10;AI-generated content may be incorrect.">
            <a:extLst>
              <a:ext uri="{FF2B5EF4-FFF2-40B4-BE49-F238E27FC236}">
                <a16:creationId xmlns:a16="http://schemas.microsoft.com/office/drawing/2014/main" id="{F4D8E1FE-8E39-22BF-0D64-2814ECC392CF}"/>
              </a:ext>
            </a:extLst>
          </p:cNvPr>
          <p:cNvPicPr>
            <a:picLocks noGrp="1" noChangeAspect="1"/>
          </p:cNvPicPr>
          <p:nvPr>
            <p:ph idx="1"/>
          </p:nvPr>
        </p:nvPicPr>
        <p:blipFill>
          <a:blip r:embed="rId2"/>
          <a:stretch>
            <a:fillRect/>
          </a:stretch>
        </p:blipFill>
        <p:spPr>
          <a:xfrm>
            <a:off x="4294498" y="471954"/>
            <a:ext cx="7460940" cy="4921905"/>
          </a:xfrm>
        </p:spPr>
      </p:pic>
      <p:sp>
        <p:nvSpPr>
          <p:cNvPr id="19" name="TextBox 18">
            <a:extLst>
              <a:ext uri="{FF2B5EF4-FFF2-40B4-BE49-F238E27FC236}">
                <a16:creationId xmlns:a16="http://schemas.microsoft.com/office/drawing/2014/main" id="{66419590-882E-D1B3-5296-B574A1D778C7}"/>
              </a:ext>
            </a:extLst>
          </p:cNvPr>
          <p:cNvSpPr txBox="1"/>
          <p:nvPr/>
        </p:nvSpPr>
        <p:spPr>
          <a:xfrm>
            <a:off x="4275151" y="5525764"/>
            <a:ext cx="7924800" cy="1200329"/>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Interpretation:</a:t>
            </a:r>
          </a:p>
          <a:p>
            <a:r>
              <a:rPr lang="en-US" dirty="0"/>
              <a:t>Trending hashtags don’t automatically increase engagement. </a:t>
            </a:r>
            <a:r>
              <a:rPr lang="en-US" b="1" dirty="0"/>
              <a:t>#Viral </a:t>
            </a:r>
            <a:r>
              <a:rPr lang="en-US" dirty="0"/>
              <a:t>works well because it tends to appear on already engaging short-form videos. Topic-based hashtags like </a:t>
            </a:r>
            <a:r>
              <a:rPr lang="en-US" b="1" dirty="0"/>
              <a:t>#Music</a:t>
            </a:r>
            <a:r>
              <a:rPr lang="en-US" dirty="0"/>
              <a:t> may attract views but not active interaction.</a:t>
            </a:r>
          </a:p>
        </p:txBody>
      </p:sp>
    </p:spTree>
    <p:extLst>
      <p:ext uri="{BB962C8B-B14F-4D97-AF65-F5344CB8AC3E}">
        <p14:creationId xmlns:p14="http://schemas.microsoft.com/office/powerpoint/2010/main" val="18808674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439050-C444-3019-36A5-05A16D0BA34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9F70CA0-4016-4689-EDDF-3FDB7D8B07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CEA8D4B-E4F8-F795-7D6D-C569E5180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2672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282BCF54-E3F0-7978-6CA2-3861578CDE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091741" y="3249454"/>
            <a:ext cx="2353172" cy="4863918"/>
          </a:xfrm>
          <a:custGeom>
            <a:avLst/>
            <a:gdLst>
              <a:gd name="connsiteX0" fmla="*/ 2352312 w 2353172"/>
              <a:gd name="connsiteY0" fmla="*/ 0 h 4863918"/>
              <a:gd name="connsiteX1" fmla="*/ 2353172 w 2353172"/>
              <a:gd name="connsiteY1" fmla="*/ 0 h 4863918"/>
              <a:gd name="connsiteX2" fmla="*/ 2353172 w 2353172"/>
              <a:gd name="connsiteY2" fmla="*/ 4863918 h 4863918"/>
              <a:gd name="connsiteX3" fmla="*/ 2352312 w 2353172"/>
              <a:gd name="connsiteY3" fmla="*/ 4863918 h 4863918"/>
              <a:gd name="connsiteX4" fmla="*/ 2340504 w 2353172"/>
              <a:gd name="connsiteY4" fmla="*/ 4630072 h 4863918"/>
              <a:gd name="connsiteX5" fmla="*/ 134816 w 2353172"/>
              <a:gd name="connsiteY5" fmla="*/ 2438342 h 4863918"/>
              <a:gd name="connsiteX6" fmla="*/ 0 w 2353172"/>
              <a:gd name="connsiteY6" fmla="*/ 2431959 h 4863918"/>
              <a:gd name="connsiteX7" fmla="*/ 134816 w 2353172"/>
              <a:gd name="connsiteY7" fmla="*/ 2425576 h 4863918"/>
              <a:gd name="connsiteX8" fmla="*/ 2340504 w 2353172"/>
              <a:gd name="connsiteY8" fmla="*/ 233845 h 4863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3172" h="4863918">
                <a:moveTo>
                  <a:pt x="2352312" y="0"/>
                </a:moveTo>
                <a:lnTo>
                  <a:pt x="2353172" y="0"/>
                </a:lnTo>
                <a:lnTo>
                  <a:pt x="2353172" y="4863918"/>
                </a:lnTo>
                <a:lnTo>
                  <a:pt x="2352312" y="4863918"/>
                </a:lnTo>
                <a:lnTo>
                  <a:pt x="2340504" y="4630072"/>
                </a:lnTo>
                <a:cubicBezTo>
                  <a:pt x="2222700" y="3470082"/>
                  <a:pt x="1296917" y="2548952"/>
                  <a:pt x="134816" y="2438342"/>
                </a:cubicBezTo>
                <a:lnTo>
                  <a:pt x="0" y="2431959"/>
                </a:lnTo>
                <a:lnTo>
                  <a:pt x="134816" y="2425576"/>
                </a:lnTo>
                <a:cubicBezTo>
                  <a:pt x="1296917" y="2314966"/>
                  <a:pt x="2222700" y="1393835"/>
                  <a:pt x="2340504" y="233845"/>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8024E2D7-EA25-6725-E621-974E6282A2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083790" y="3249455"/>
            <a:ext cx="2353172" cy="4863918"/>
          </a:xfrm>
          <a:custGeom>
            <a:avLst/>
            <a:gdLst>
              <a:gd name="connsiteX0" fmla="*/ 2352312 w 2353172"/>
              <a:gd name="connsiteY0" fmla="*/ 0 h 4863918"/>
              <a:gd name="connsiteX1" fmla="*/ 2353172 w 2353172"/>
              <a:gd name="connsiteY1" fmla="*/ 0 h 4863918"/>
              <a:gd name="connsiteX2" fmla="*/ 2353172 w 2353172"/>
              <a:gd name="connsiteY2" fmla="*/ 4863918 h 4863918"/>
              <a:gd name="connsiteX3" fmla="*/ 2352312 w 2353172"/>
              <a:gd name="connsiteY3" fmla="*/ 4863918 h 4863918"/>
              <a:gd name="connsiteX4" fmla="*/ 2340504 w 2353172"/>
              <a:gd name="connsiteY4" fmla="*/ 4630072 h 4863918"/>
              <a:gd name="connsiteX5" fmla="*/ 134816 w 2353172"/>
              <a:gd name="connsiteY5" fmla="*/ 2438342 h 4863918"/>
              <a:gd name="connsiteX6" fmla="*/ 0 w 2353172"/>
              <a:gd name="connsiteY6" fmla="*/ 2431959 h 4863918"/>
              <a:gd name="connsiteX7" fmla="*/ 134816 w 2353172"/>
              <a:gd name="connsiteY7" fmla="*/ 2425576 h 4863918"/>
              <a:gd name="connsiteX8" fmla="*/ 2340504 w 2353172"/>
              <a:gd name="connsiteY8" fmla="*/ 233845 h 4863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3172" h="4863918">
                <a:moveTo>
                  <a:pt x="2352312" y="0"/>
                </a:moveTo>
                <a:lnTo>
                  <a:pt x="2353172" y="0"/>
                </a:lnTo>
                <a:lnTo>
                  <a:pt x="2353172" y="4863918"/>
                </a:lnTo>
                <a:lnTo>
                  <a:pt x="2352312" y="4863918"/>
                </a:lnTo>
                <a:lnTo>
                  <a:pt x="2340504" y="4630072"/>
                </a:lnTo>
                <a:cubicBezTo>
                  <a:pt x="2222700" y="3470082"/>
                  <a:pt x="1296917" y="2548952"/>
                  <a:pt x="134816" y="2438342"/>
                </a:cubicBezTo>
                <a:lnTo>
                  <a:pt x="0" y="2431959"/>
                </a:lnTo>
                <a:lnTo>
                  <a:pt x="134816" y="2425576"/>
                </a:lnTo>
                <a:cubicBezTo>
                  <a:pt x="1296917" y="2314966"/>
                  <a:pt x="2222700" y="1393835"/>
                  <a:pt x="2340504" y="233845"/>
                </a:cubicBezTo>
                <a:close/>
              </a:path>
            </a:pathLst>
          </a:custGeom>
          <a:solidFill>
            <a:schemeClr val="accent2">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3">
            <a:extLst>
              <a:ext uri="{FF2B5EF4-FFF2-40B4-BE49-F238E27FC236}">
                <a16:creationId xmlns:a16="http://schemas.microsoft.com/office/drawing/2014/main" id="{D48C2675-AFC1-2404-201B-424F0633C522}"/>
              </a:ext>
            </a:extLst>
          </p:cNvPr>
          <p:cNvSpPr>
            <a:spLocks noGrp="1"/>
          </p:cNvSpPr>
          <p:nvPr>
            <p:ph type="title"/>
          </p:nvPr>
        </p:nvSpPr>
        <p:spPr>
          <a:xfrm>
            <a:off x="300991" y="685799"/>
            <a:ext cx="3075296" cy="1549401"/>
          </a:xfrm>
        </p:spPr>
        <p:txBody>
          <a:bodyPr anchor="t">
            <a:normAutofit/>
          </a:bodyPr>
          <a:lstStyle/>
          <a:p>
            <a:r>
              <a:rPr lang="en-US" sz="3100" dirty="0">
                <a:solidFill>
                  <a:srgbClr val="002248"/>
                </a:solidFill>
              </a:rPr>
              <a:t>Results &amp; Interpretation</a:t>
            </a:r>
          </a:p>
        </p:txBody>
      </p:sp>
      <p:sp>
        <p:nvSpPr>
          <p:cNvPr id="3" name="Slide Number Placeholder 2">
            <a:extLst>
              <a:ext uri="{FF2B5EF4-FFF2-40B4-BE49-F238E27FC236}">
                <a16:creationId xmlns:a16="http://schemas.microsoft.com/office/drawing/2014/main" id="{EFE2F868-5C30-5C2F-15B7-C48AE5381988}"/>
              </a:ext>
            </a:extLst>
          </p:cNvPr>
          <p:cNvSpPr>
            <a:spLocks noGrp="1"/>
          </p:cNvSpPr>
          <p:nvPr>
            <p:ph type="sldNum" sz="quarter" idx="12"/>
          </p:nvPr>
        </p:nvSpPr>
        <p:spPr>
          <a:xfrm>
            <a:off x="11391152" y="6434524"/>
            <a:ext cx="693261" cy="365125"/>
          </a:xfrm>
        </p:spPr>
        <p:txBody>
          <a:bodyPr>
            <a:normAutofit/>
          </a:bodyPr>
          <a:lstStyle/>
          <a:p>
            <a:pPr>
              <a:lnSpc>
                <a:spcPct val="90000"/>
              </a:lnSpc>
              <a:spcAft>
                <a:spcPts val="600"/>
              </a:spcAft>
            </a:pPr>
            <a:fld id="{08AB70BE-1769-45B8-85A6-0C837432C7E6}" type="slidenum">
              <a:rPr lang="en-US" sz="1900">
                <a:solidFill>
                  <a:schemeClr val="accent2"/>
                </a:solidFill>
              </a:rPr>
              <a:pPr>
                <a:lnSpc>
                  <a:spcPct val="90000"/>
                </a:lnSpc>
                <a:spcAft>
                  <a:spcPts val="600"/>
                </a:spcAft>
              </a:pPr>
              <a:t>8</a:t>
            </a:fld>
            <a:endParaRPr lang="en-US" sz="1900">
              <a:solidFill>
                <a:schemeClr val="accent2"/>
              </a:solidFill>
            </a:endParaRPr>
          </a:p>
        </p:txBody>
      </p:sp>
      <p:sp>
        <p:nvSpPr>
          <p:cNvPr id="2" name="Rectangle 1">
            <a:extLst>
              <a:ext uri="{FF2B5EF4-FFF2-40B4-BE49-F238E27FC236}">
                <a16:creationId xmlns:a16="http://schemas.microsoft.com/office/drawing/2014/main" id="{12A5B8EF-603E-5A25-173B-28A362F1FAC0}"/>
              </a:ext>
            </a:extLst>
          </p:cNvPr>
          <p:cNvSpPr/>
          <p:nvPr/>
        </p:nvSpPr>
        <p:spPr>
          <a:xfrm>
            <a:off x="4272643" y="4504826"/>
            <a:ext cx="2443822" cy="235317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6159D81-BEFB-A9E9-15DA-0C96E0AF6C32}"/>
              </a:ext>
            </a:extLst>
          </p:cNvPr>
          <p:cNvSpPr txBox="1"/>
          <p:nvPr/>
        </p:nvSpPr>
        <p:spPr>
          <a:xfrm>
            <a:off x="335281" y="1819701"/>
            <a:ext cx="3570597" cy="923330"/>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RQ3: </a:t>
            </a:r>
            <a:r>
              <a:rPr lang="en-US" dirty="0"/>
              <a:t>Which content type has the highest engagement rate across different regions?</a:t>
            </a:r>
            <a:endParaRPr lang="en-US" b="1" dirty="0">
              <a:solidFill>
                <a:schemeClr val="tx1">
                  <a:lumMod val="95000"/>
                  <a:lumOff val="5000"/>
                </a:schemeClr>
              </a:solidFill>
              <a:cs typeface="Arial" panose="020B0604020202020204" pitchFamily="34" charset="0"/>
            </a:endParaRPr>
          </a:p>
        </p:txBody>
      </p:sp>
      <p:sp>
        <p:nvSpPr>
          <p:cNvPr id="17" name="TextBox 16">
            <a:extLst>
              <a:ext uri="{FF2B5EF4-FFF2-40B4-BE49-F238E27FC236}">
                <a16:creationId xmlns:a16="http://schemas.microsoft.com/office/drawing/2014/main" id="{74DD4ACF-5AC6-83BC-426D-3FCF5DE26623}"/>
              </a:ext>
            </a:extLst>
          </p:cNvPr>
          <p:cNvSpPr txBox="1"/>
          <p:nvPr/>
        </p:nvSpPr>
        <p:spPr>
          <a:xfrm>
            <a:off x="335281" y="2696865"/>
            <a:ext cx="3829775" cy="3970318"/>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Results:</a:t>
            </a:r>
          </a:p>
          <a:p>
            <a:pPr marL="285750" lvl="0" indent="-285750" eaLnBrk="0" fontAlgn="base" hangingPunct="0">
              <a:spcBef>
                <a:spcPct val="0"/>
              </a:spcBef>
              <a:spcAft>
                <a:spcPct val="0"/>
              </a:spcAft>
              <a:buFont typeface="Arial" panose="020B0604020202020204" pitchFamily="34" charset="0"/>
              <a:buChar char="•"/>
            </a:pPr>
            <a:r>
              <a:rPr lang="en-US" altLang="en-US" b="1" dirty="0"/>
              <a:t>Live Streams:</a:t>
            </a:r>
            <a:r>
              <a:rPr lang="en-US" altLang="en-US" dirty="0"/>
              <a:t> Dominate in </a:t>
            </a:r>
            <a:r>
              <a:rPr lang="en-US" altLang="en-US" b="1" dirty="0"/>
              <a:t>Japan, UK </a:t>
            </a:r>
            <a:r>
              <a:rPr lang="en-US" altLang="en-US" dirty="0"/>
              <a:t>and strong in </a:t>
            </a:r>
            <a:r>
              <a:rPr lang="en-US" altLang="en-US" b="1" dirty="0"/>
              <a:t>Australia.</a:t>
            </a:r>
            <a:endParaRPr lang="en-US" altLang="en-US" dirty="0"/>
          </a:p>
          <a:p>
            <a:pPr marL="285750" lvl="0" indent="-285750" eaLnBrk="0" fontAlgn="base" hangingPunct="0">
              <a:spcBef>
                <a:spcPct val="0"/>
              </a:spcBef>
              <a:spcAft>
                <a:spcPct val="0"/>
              </a:spcAft>
              <a:buFont typeface="Arial" panose="020B0604020202020204" pitchFamily="34" charset="0"/>
              <a:buChar char="•"/>
            </a:pPr>
            <a:r>
              <a:rPr lang="en-US" altLang="en-US" b="1" dirty="0"/>
              <a:t>Short-form videos</a:t>
            </a:r>
            <a:r>
              <a:rPr lang="en-US" altLang="en-US" dirty="0"/>
              <a:t> perform well in USA and moderate in other regions</a:t>
            </a:r>
          </a:p>
          <a:p>
            <a:pPr marL="285750" lvl="0" indent="-285750" eaLnBrk="0" fontAlgn="base" hangingPunct="0">
              <a:spcBef>
                <a:spcPct val="0"/>
              </a:spcBef>
              <a:spcAft>
                <a:spcPct val="0"/>
              </a:spcAft>
              <a:buFont typeface="Arial" panose="020B0604020202020204" pitchFamily="34" charset="0"/>
              <a:buChar char="•"/>
            </a:pPr>
            <a:r>
              <a:rPr lang="en-US" altLang="en-US" b="1" dirty="0"/>
              <a:t>Image posts</a:t>
            </a:r>
            <a:r>
              <a:rPr lang="en-US" altLang="en-US" dirty="0"/>
              <a:t> show </a:t>
            </a:r>
            <a:r>
              <a:rPr lang="en-US" altLang="en-US" b="1" dirty="0"/>
              <a:t>moderate engagement</a:t>
            </a:r>
            <a:r>
              <a:rPr lang="en-US" altLang="en-US" dirty="0"/>
              <a:t> across most regions.</a:t>
            </a:r>
          </a:p>
          <a:p>
            <a:pPr marL="285750" lvl="0" indent="-285750" eaLnBrk="0" fontAlgn="base" hangingPunct="0">
              <a:spcBef>
                <a:spcPct val="0"/>
              </a:spcBef>
              <a:spcAft>
                <a:spcPct val="0"/>
              </a:spcAft>
              <a:buFont typeface="Arial" panose="020B0604020202020204" pitchFamily="34" charset="0"/>
              <a:buChar char="•"/>
            </a:pPr>
            <a:r>
              <a:rPr lang="en-US" altLang="en-US" b="1" dirty="0"/>
              <a:t>Text posts</a:t>
            </a:r>
            <a:r>
              <a:rPr lang="en-US" altLang="en-US" dirty="0"/>
              <a:t> vary but generally stay in the </a:t>
            </a:r>
            <a:r>
              <a:rPr lang="en-US" altLang="en-US" b="1" dirty="0"/>
              <a:t>mid-range</a:t>
            </a:r>
            <a:r>
              <a:rPr lang="en-US" altLang="en-US" dirty="0"/>
              <a:t>, higher in </a:t>
            </a:r>
            <a:r>
              <a:rPr lang="en-US" altLang="en-US" b="1" dirty="0"/>
              <a:t>Australia </a:t>
            </a:r>
            <a:r>
              <a:rPr lang="en-US" altLang="en-US" dirty="0"/>
              <a:t>&amp; </a:t>
            </a:r>
            <a:r>
              <a:rPr lang="en-US" altLang="en-US" b="1" dirty="0"/>
              <a:t>Canada </a:t>
            </a:r>
          </a:p>
          <a:p>
            <a:pPr marL="285750" lvl="0" indent="-285750" eaLnBrk="0" fontAlgn="base" hangingPunct="0">
              <a:spcBef>
                <a:spcPct val="0"/>
              </a:spcBef>
              <a:spcAft>
                <a:spcPct val="0"/>
              </a:spcAft>
              <a:buFont typeface="Arial" panose="020B0604020202020204" pitchFamily="34" charset="0"/>
              <a:buChar char="•"/>
            </a:pPr>
            <a:r>
              <a:rPr lang="en-US" altLang="en-US" b="1" dirty="0"/>
              <a:t>Long-form videos</a:t>
            </a:r>
            <a:r>
              <a:rPr lang="en-US" altLang="en-US" dirty="0"/>
              <a:t> perform the high</a:t>
            </a:r>
            <a:r>
              <a:rPr lang="en-US" altLang="en-US" b="1" dirty="0"/>
              <a:t> in Brazil &amp; Canada</a:t>
            </a:r>
            <a:r>
              <a:rPr lang="en-US" altLang="en-US" dirty="0"/>
              <a:t> but has low engagement in </a:t>
            </a:r>
            <a:r>
              <a:rPr lang="en-US" altLang="en-US" b="1" dirty="0"/>
              <a:t>UK and USA</a:t>
            </a:r>
            <a:r>
              <a:rPr lang="en-US" altLang="en-US" dirty="0"/>
              <a:t>.</a:t>
            </a:r>
          </a:p>
        </p:txBody>
      </p:sp>
      <p:pic>
        <p:nvPicPr>
          <p:cNvPr id="9" name="Content Placeholder 8">
            <a:extLst>
              <a:ext uri="{FF2B5EF4-FFF2-40B4-BE49-F238E27FC236}">
                <a16:creationId xmlns:a16="http://schemas.microsoft.com/office/drawing/2014/main" id="{19B6F5B9-0307-7B0D-AD1F-DC19371CD98A}"/>
              </a:ext>
            </a:extLst>
          </p:cNvPr>
          <p:cNvPicPr>
            <a:picLocks noGrp="1" noChangeAspect="1"/>
          </p:cNvPicPr>
          <p:nvPr>
            <p:ph idx="1"/>
          </p:nvPr>
        </p:nvPicPr>
        <p:blipFill>
          <a:blip r:embed="rId2"/>
          <a:srcRect/>
          <a:stretch/>
        </p:blipFill>
        <p:spPr>
          <a:xfrm>
            <a:off x="4275151" y="-1"/>
            <a:ext cx="7889556" cy="4921905"/>
          </a:xfrm>
        </p:spPr>
      </p:pic>
      <p:sp>
        <p:nvSpPr>
          <p:cNvPr id="6" name="Rectangle 2">
            <a:extLst>
              <a:ext uri="{FF2B5EF4-FFF2-40B4-BE49-F238E27FC236}">
                <a16:creationId xmlns:a16="http://schemas.microsoft.com/office/drawing/2014/main" id="{6C4943AE-F20B-E404-F5E9-3B5957A266AD}"/>
              </a:ext>
            </a:extLst>
          </p:cNvPr>
          <p:cNvSpPr>
            <a:spLocks noChangeArrowheads="1"/>
          </p:cNvSpPr>
          <p:nvPr/>
        </p:nvSpPr>
        <p:spPr bwMode="auto">
          <a:xfrm>
            <a:off x="4274820" y="4762932"/>
            <a:ext cx="820674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
              </a:rPr>
              <a:t>Interpretation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rPr>
              <a:t>The preference for </a:t>
            </a:r>
            <a:r>
              <a:rPr kumimoji="0" lang="en-US" altLang="en-US" sz="1800" b="1" i="0" u="none" strike="noStrike" cap="none" normalizeH="0" baseline="0" dirty="0">
                <a:ln>
                  <a:noFill/>
                </a:ln>
                <a:solidFill>
                  <a:schemeClr val="tx1"/>
                </a:solidFill>
                <a:effectLst/>
              </a:rPr>
              <a:t>short-form content is consistent across regions</a:t>
            </a:r>
            <a:r>
              <a:rPr kumimoji="0" lang="en-US" altLang="en-US" sz="1800" b="0" i="0" u="none" strike="noStrike" cap="none" normalizeH="0" baseline="0" dirty="0">
                <a:ln>
                  <a:noFill/>
                </a:ln>
                <a:solidFill>
                  <a:schemeClr val="tx1"/>
                </a:solidFill>
                <a:effectLst/>
              </a:rPr>
              <a:t>, even though the top content type varies slightly by country.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rPr>
              <a:t>Live streams stand out in countries with strong real-time interaction cultures</a:t>
            </a:r>
            <a:r>
              <a:rPr kumimoji="0" lang="en-US" altLang="en-US" sz="1800" b="0" i="0" u="none" strike="noStrike" cap="none" normalizeH="0" baseline="0" dirty="0">
                <a:ln>
                  <a:noFill/>
                </a:ln>
                <a:solidFill>
                  <a:schemeClr val="tx1"/>
                </a:solidFill>
                <a:effectLst/>
              </a:rPr>
              <a:t> (Japan, UK), while </a:t>
            </a:r>
            <a:r>
              <a:rPr kumimoji="0" lang="en-US" altLang="en-US" sz="1800" i="0" u="none" strike="noStrike" cap="none" normalizeH="0" baseline="0" dirty="0">
                <a:ln>
                  <a:noFill/>
                </a:ln>
                <a:solidFill>
                  <a:schemeClr val="tx1"/>
                </a:solidFill>
                <a:effectLst/>
              </a:rPr>
              <a:t>short-form videos dominate in markets like the USA.</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rPr>
              <a:t>Despite these differences, user behavior globally leans toward high-impact, quickly consumable formats rather than long-form content.</a:t>
            </a:r>
          </a:p>
        </p:txBody>
      </p:sp>
    </p:spTree>
    <p:extLst>
      <p:ext uri="{BB962C8B-B14F-4D97-AF65-F5344CB8AC3E}">
        <p14:creationId xmlns:p14="http://schemas.microsoft.com/office/powerpoint/2010/main" val="36874212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27247FC-4152-2ED2-B73A-61197DAD928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C0FB93A-F448-D653-3FB7-6B554D4E0D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84EF9C4-9661-1B1C-1FB7-4636A674B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2672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775A7F2-32E6-B2F1-113C-60734B09A5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091741" y="3249454"/>
            <a:ext cx="2353172" cy="4863918"/>
          </a:xfrm>
          <a:custGeom>
            <a:avLst/>
            <a:gdLst>
              <a:gd name="connsiteX0" fmla="*/ 2352312 w 2353172"/>
              <a:gd name="connsiteY0" fmla="*/ 0 h 4863918"/>
              <a:gd name="connsiteX1" fmla="*/ 2353172 w 2353172"/>
              <a:gd name="connsiteY1" fmla="*/ 0 h 4863918"/>
              <a:gd name="connsiteX2" fmla="*/ 2353172 w 2353172"/>
              <a:gd name="connsiteY2" fmla="*/ 4863918 h 4863918"/>
              <a:gd name="connsiteX3" fmla="*/ 2352312 w 2353172"/>
              <a:gd name="connsiteY3" fmla="*/ 4863918 h 4863918"/>
              <a:gd name="connsiteX4" fmla="*/ 2340504 w 2353172"/>
              <a:gd name="connsiteY4" fmla="*/ 4630072 h 4863918"/>
              <a:gd name="connsiteX5" fmla="*/ 134816 w 2353172"/>
              <a:gd name="connsiteY5" fmla="*/ 2438342 h 4863918"/>
              <a:gd name="connsiteX6" fmla="*/ 0 w 2353172"/>
              <a:gd name="connsiteY6" fmla="*/ 2431959 h 4863918"/>
              <a:gd name="connsiteX7" fmla="*/ 134816 w 2353172"/>
              <a:gd name="connsiteY7" fmla="*/ 2425576 h 4863918"/>
              <a:gd name="connsiteX8" fmla="*/ 2340504 w 2353172"/>
              <a:gd name="connsiteY8" fmla="*/ 233845 h 4863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3172" h="4863918">
                <a:moveTo>
                  <a:pt x="2352312" y="0"/>
                </a:moveTo>
                <a:lnTo>
                  <a:pt x="2353172" y="0"/>
                </a:lnTo>
                <a:lnTo>
                  <a:pt x="2353172" y="4863918"/>
                </a:lnTo>
                <a:lnTo>
                  <a:pt x="2352312" y="4863918"/>
                </a:lnTo>
                <a:lnTo>
                  <a:pt x="2340504" y="4630072"/>
                </a:lnTo>
                <a:cubicBezTo>
                  <a:pt x="2222700" y="3470082"/>
                  <a:pt x="1296917" y="2548952"/>
                  <a:pt x="134816" y="2438342"/>
                </a:cubicBezTo>
                <a:lnTo>
                  <a:pt x="0" y="2431959"/>
                </a:lnTo>
                <a:lnTo>
                  <a:pt x="134816" y="2425576"/>
                </a:lnTo>
                <a:cubicBezTo>
                  <a:pt x="1296917" y="2314966"/>
                  <a:pt x="2222700" y="1393835"/>
                  <a:pt x="2340504" y="233845"/>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1ED6009E-EB3E-3443-BA71-A06CFFAE0B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083790" y="3249455"/>
            <a:ext cx="2353172" cy="4863918"/>
          </a:xfrm>
          <a:custGeom>
            <a:avLst/>
            <a:gdLst>
              <a:gd name="connsiteX0" fmla="*/ 2352312 w 2353172"/>
              <a:gd name="connsiteY0" fmla="*/ 0 h 4863918"/>
              <a:gd name="connsiteX1" fmla="*/ 2353172 w 2353172"/>
              <a:gd name="connsiteY1" fmla="*/ 0 h 4863918"/>
              <a:gd name="connsiteX2" fmla="*/ 2353172 w 2353172"/>
              <a:gd name="connsiteY2" fmla="*/ 4863918 h 4863918"/>
              <a:gd name="connsiteX3" fmla="*/ 2352312 w 2353172"/>
              <a:gd name="connsiteY3" fmla="*/ 4863918 h 4863918"/>
              <a:gd name="connsiteX4" fmla="*/ 2340504 w 2353172"/>
              <a:gd name="connsiteY4" fmla="*/ 4630072 h 4863918"/>
              <a:gd name="connsiteX5" fmla="*/ 134816 w 2353172"/>
              <a:gd name="connsiteY5" fmla="*/ 2438342 h 4863918"/>
              <a:gd name="connsiteX6" fmla="*/ 0 w 2353172"/>
              <a:gd name="connsiteY6" fmla="*/ 2431959 h 4863918"/>
              <a:gd name="connsiteX7" fmla="*/ 134816 w 2353172"/>
              <a:gd name="connsiteY7" fmla="*/ 2425576 h 4863918"/>
              <a:gd name="connsiteX8" fmla="*/ 2340504 w 2353172"/>
              <a:gd name="connsiteY8" fmla="*/ 233845 h 4863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3172" h="4863918">
                <a:moveTo>
                  <a:pt x="2352312" y="0"/>
                </a:moveTo>
                <a:lnTo>
                  <a:pt x="2353172" y="0"/>
                </a:lnTo>
                <a:lnTo>
                  <a:pt x="2353172" y="4863918"/>
                </a:lnTo>
                <a:lnTo>
                  <a:pt x="2352312" y="4863918"/>
                </a:lnTo>
                <a:lnTo>
                  <a:pt x="2340504" y="4630072"/>
                </a:lnTo>
                <a:cubicBezTo>
                  <a:pt x="2222700" y="3470082"/>
                  <a:pt x="1296917" y="2548952"/>
                  <a:pt x="134816" y="2438342"/>
                </a:cubicBezTo>
                <a:lnTo>
                  <a:pt x="0" y="2431959"/>
                </a:lnTo>
                <a:lnTo>
                  <a:pt x="134816" y="2425576"/>
                </a:lnTo>
                <a:cubicBezTo>
                  <a:pt x="1296917" y="2314966"/>
                  <a:pt x="2222700" y="1393835"/>
                  <a:pt x="2340504" y="233845"/>
                </a:cubicBezTo>
                <a:close/>
              </a:path>
            </a:pathLst>
          </a:custGeom>
          <a:solidFill>
            <a:schemeClr val="accent2">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3">
            <a:extLst>
              <a:ext uri="{FF2B5EF4-FFF2-40B4-BE49-F238E27FC236}">
                <a16:creationId xmlns:a16="http://schemas.microsoft.com/office/drawing/2014/main" id="{A0D472EC-C182-8D00-34E0-141262492DF1}"/>
              </a:ext>
            </a:extLst>
          </p:cNvPr>
          <p:cNvSpPr>
            <a:spLocks noGrp="1"/>
          </p:cNvSpPr>
          <p:nvPr>
            <p:ph type="title"/>
          </p:nvPr>
        </p:nvSpPr>
        <p:spPr>
          <a:xfrm>
            <a:off x="609601" y="685799"/>
            <a:ext cx="3075296" cy="1549401"/>
          </a:xfrm>
        </p:spPr>
        <p:txBody>
          <a:bodyPr anchor="t">
            <a:normAutofit/>
          </a:bodyPr>
          <a:lstStyle/>
          <a:p>
            <a:r>
              <a:rPr lang="en-US" sz="3100" dirty="0">
                <a:solidFill>
                  <a:srgbClr val="002248"/>
                </a:solidFill>
              </a:rPr>
              <a:t>Results &amp; Interpretation</a:t>
            </a:r>
          </a:p>
        </p:txBody>
      </p:sp>
      <p:sp>
        <p:nvSpPr>
          <p:cNvPr id="3" name="Slide Number Placeholder 2">
            <a:extLst>
              <a:ext uri="{FF2B5EF4-FFF2-40B4-BE49-F238E27FC236}">
                <a16:creationId xmlns:a16="http://schemas.microsoft.com/office/drawing/2014/main" id="{344526E9-DF8F-43CA-9980-7C1BED17C59E}"/>
              </a:ext>
            </a:extLst>
          </p:cNvPr>
          <p:cNvSpPr>
            <a:spLocks noGrp="1"/>
          </p:cNvSpPr>
          <p:nvPr>
            <p:ph type="sldNum" sz="quarter" idx="12"/>
          </p:nvPr>
        </p:nvSpPr>
        <p:spPr>
          <a:xfrm>
            <a:off x="11391152" y="6434524"/>
            <a:ext cx="693261" cy="365125"/>
          </a:xfrm>
        </p:spPr>
        <p:txBody>
          <a:bodyPr>
            <a:normAutofit/>
          </a:bodyPr>
          <a:lstStyle/>
          <a:p>
            <a:pPr>
              <a:lnSpc>
                <a:spcPct val="90000"/>
              </a:lnSpc>
              <a:spcAft>
                <a:spcPts val="600"/>
              </a:spcAft>
            </a:pPr>
            <a:fld id="{08AB70BE-1769-45B8-85A6-0C837432C7E6}" type="slidenum">
              <a:rPr lang="en-US" sz="1900">
                <a:solidFill>
                  <a:schemeClr val="accent2"/>
                </a:solidFill>
              </a:rPr>
              <a:pPr>
                <a:lnSpc>
                  <a:spcPct val="90000"/>
                </a:lnSpc>
                <a:spcAft>
                  <a:spcPts val="600"/>
                </a:spcAft>
              </a:pPr>
              <a:t>9</a:t>
            </a:fld>
            <a:endParaRPr lang="en-US" sz="1900">
              <a:solidFill>
                <a:schemeClr val="accent2"/>
              </a:solidFill>
            </a:endParaRPr>
          </a:p>
        </p:txBody>
      </p:sp>
      <p:sp>
        <p:nvSpPr>
          <p:cNvPr id="2" name="Rectangle 1">
            <a:extLst>
              <a:ext uri="{FF2B5EF4-FFF2-40B4-BE49-F238E27FC236}">
                <a16:creationId xmlns:a16="http://schemas.microsoft.com/office/drawing/2014/main" id="{CE091BEB-D572-4DEF-2F3B-476A0B0D329B}"/>
              </a:ext>
            </a:extLst>
          </p:cNvPr>
          <p:cNvSpPr/>
          <p:nvPr/>
        </p:nvSpPr>
        <p:spPr>
          <a:xfrm>
            <a:off x="4261213" y="4504826"/>
            <a:ext cx="2443822" cy="235317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09EC50E2-9D80-E2BC-5AC5-3BA4749F6A15}"/>
              </a:ext>
            </a:extLst>
          </p:cNvPr>
          <p:cNvSpPr txBox="1"/>
          <p:nvPr/>
        </p:nvSpPr>
        <p:spPr>
          <a:xfrm>
            <a:off x="609601" y="1819701"/>
            <a:ext cx="3570597" cy="923330"/>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RQ4: </a:t>
            </a:r>
            <a:r>
              <a:rPr lang="en-US" dirty="0"/>
              <a:t>Which platform shows the highest engagement rate across regions?</a:t>
            </a:r>
            <a:endParaRPr lang="en-US" dirty="0">
              <a:solidFill>
                <a:schemeClr val="tx1">
                  <a:lumMod val="95000"/>
                  <a:lumOff val="5000"/>
                </a:schemeClr>
              </a:solidFill>
              <a:cs typeface="Arial" panose="020B0604020202020204" pitchFamily="34" charset="0"/>
            </a:endParaRPr>
          </a:p>
        </p:txBody>
      </p:sp>
      <p:sp>
        <p:nvSpPr>
          <p:cNvPr id="17" name="TextBox 16">
            <a:extLst>
              <a:ext uri="{FF2B5EF4-FFF2-40B4-BE49-F238E27FC236}">
                <a16:creationId xmlns:a16="http://schemas.microsoft.com/office/drawing/2014/main" id="{7C6D41CC-D276-0B34-E210-23FD8511CFC9}"/>
              </a:ext>
            </a:extLst>
          </p:cNvPr>
          <p:cNvSpPr txBox="1"/>
          <p:nvPr/>
        </p:nvSpPr>
        <p:spPr>
          <a:xfrm>
            <a:off x="609602" y="2696865"/>
            <a:ext cx="3680147" cy="4247317"/>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Results:</a:t>
            </a:r>
          </a:p>
          <a:p>
            <a:pPr marL="285750" lvl="0" indent="-285750" eaLnBrk="0" fontAlgn="base" hangingPunct="0">
              <a:spcBef>
                <a:spcPct val="0"/>
              </a:spcBef>
              <a:spcAft>
                <a:spcPct val="0"/>
              </a:spcAft>
              <a:buFont typeface="Arial" panose="020B0604020202020204" pitchFamily="34" charset="0"/>
              <a:buChar char="•"/>
            </a:pPr>
            <a:r>
              <a:rPr lang="en-US" altLang="en-US" b="1" dirty="0"/>
              <a:t>Instagram: Leads half of the regions with </a:t>
            </a:r>
            <a:r>
              <a:rPr lang="en-US" altLang="en-US" dirty="0"/>
              <a:t>strong engagement in Japan, Brazil, and Australia.</a:t>
            </a:r>
          </a:p>
          <a:p>
            <a:pPr marL="285750" lvl="0" indent="-285750" eaLnBrk="0" fontAlgn="base" hangingPunct="0">
              <a:spcBef>
                <a:spcPct val="0"/>
              </a:spcBef>
              <a:spcAft>
                <a:spcPct val="0"/>
              </a:spcAft>
              <a:buFont typeface="Arial" panose="020B0604020202020204" pitchFamily="34" charset="0"/>
              <a:buChar char="•"/>
            </a:pPr>
            <a:r>
              <a:rPr lang="en-US" altLang="en-US" b="1" dirty="0"/>
              <a:t>TikTok: </a:t>
            </a:r>
            <a:r>
              <a:rPr lang="en-US" altLang="en-US" dirty="0"/>
              <a:t>Performs highest in </a:t>
            </a:r>
            <a:r>
              <a:rPr lang="en-US" altLang="en-US" b="1" dirty="0"/>
              <a:t>USA</a:t>
            </a:r>
            <a:r>
              <a:rPr lang="en-US" altLang="en-US" dirty="0"/>
              <a:t>, </a:t>
            </a:r>
            <a:r>
              <a:rPr lang="en-US" altLang="en-US" b="1" dirty="0"/>
              <a:t>Japan</a:t>
            </a:r>
            <a:r>
              <a:rPr lang="en-US" altLang="en-US" dirty="0"/>
              <a:t>, and </a:t>
            </a:r>
            <a:r>
              <a:rPr lang="en-US" altLang="en-US" b="1" dirty="0"/>
              <a:t>Australia</a:t>
            </a:r>
            <a:r>
              <a:rPr lang="en-US" altLang="en-US" dirty="0"/>
              <a:t>, but lower in some regions like Germany.</a:t>
            </a:r>
          </a:p>
          <a:p>
            <a:pPr marL="285750" indent="-285750" eaLnBrk="0" fontAlgn="base" hangingPunct="0">
              <a:spcBef>
                <a:spcPct val="0"/>
              </a:spcBef>
              <a:spcAft>
                <a:spcPct val="0"/>
              </a:spcAft>
              <a:buFont typeface="Arial" panose="020B0604020202020204" pitchFamily="34" charset="0"/>
              <a:buChar char="•"/>
            </a:pPr>
            <a:r>
              <a:rPr lang="en-US" altLang="en-US" b="1" dirty="0"/>
              <a:t>Twitter: India</a:t>
            </a:r>
            <a:r>
              <a:rPr lang="en-US" altLang="en-US" dirty="0"/>
              <a:t> has the highest engagement overall. Moderate in UK, Brazil, Canada; lower in USA and Australia.</a:t>
            </a:r>
          </a:p>
          <a:p>
            <a:pPr marL="285750" indent="-285750" eaLnBrk="0" fontAlgn="base" hangingPunct="0">
              <a:spcBef>
                <a:spcPct val="0"/>
              </a:spcBef>
              <a:spcAft>
                <a:spcPct val="0"/>
              </a:spcAft>
              <a:buFont typeface="Arial" panose="020B0604020202020204" pitchFamily="34" charset="0"/>
              <a:buChar char="•"/>
            </a:pPr>
            <a:r>
              <a:rPr lang="en-US" altLang="en-US" b="1" dirty="0"/>
              <a:t>YouTube</a:t>
            </a:r>
            <a:r>
              <a:rPr lang="en-US" altLang="en-US" dirty="0"/>
              <a:t>: Most consistent across all regions, with </a:t>
            </a:r>
            <a:r>
              <a:rPr lang="en-US" altLang="en-US" b="1" dirty="0"/>
              <a:t>moderate engagement</a:t>
            </a:r>
            <a:r>
              <a:rPr lang="en-US" altLang="en-US" dirty="0"/>
              <a:t> everywhere.</a:t>
            </a:r>
            <a:endParaRPr lang="en-US" altLang="en-US" dirty="0">
              <a:latin typeface="Arial" panose="020B0604020202020204" pitchFamily="34" charset="0"/>
            </a:endParaRPr>
          </a:p>
        </p:txBody>
      </p:sp>
      <p:pic>
        <p:nvPicPr>
          <p:cNvPr id="9" name="Content Placeholder 8">
            <a:extLst>
              <a:ext uri="{FF2B5EF4-FFF2-40B4-BE49-F238E27FC236}">
                <a16:creationId xmlns:a16="http://schemas.microsoft.com/office/drawing/2014/main" id="{C0203F23-8E66-ED15-6FAB-021DEB6E3A62}"/>
              </a:ext>
            </a:extLst>
          </p:cNvPr>
          <p:cNvPicPr>
            <a:picLocks noGrp="1" noChangeAspect="1"/>
          </p:cNvPicPr>
          <p:nvPr>
            <p:ph idx="1"/>
          </p:nvPr>
        </p:nvPicPr>
        <p:blipFill>
          <a:blip r:embed="rId2"/>
          <a:srcRect/>
          <a:stretch/>
        </p:blipFill>
        <p:spPr>
          <a:xfrm>
            <a:off x="4294498" y="282078"/>
            <a:ext cx="7905453" cy="4921905"/>
          </a:xfrm>
        </p:spPr>
      </p:pic>
      <p:sp>
        <p:nvSpPr>
          <p:cNvPr id="19" name="TextBox 18">
            <a:extLst>
              <a:ext uri="{FF2B5EF4-FFF2-40B4-BE49-F238E27FC236}">
                <a16:creationId xmlns:a16="http://schemas.microsoft.com/office/drawing/2014/main" id="{B9AFDA50-FCAF-B88C-3EB7-C5B578ADE482}"/>
              </a:ext>
            </a:extLst>
          </p:cNvPr>
          <p:cNvSpPr txBox="1"/>
          <p:nvPr/>
        </p:nvSpPr>
        <p:spPr>
          <a:xfrm>
            <a:off x="4369890" y="5080590"/>
            <a:ext cx="7774018" cy="1754326"/>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Interpretation:</a:t>
            </a:r>
          </a:p>
          <a:p>
            <a:pPr marL="285750" indent="-285750">
              <a:buFont typeface="Arial" panose="020B0604020202020204" pitchFamily="34" charset="0"/>
              <a:buChar char="•"/>
            </a:pPr>
            <a:r>
              <a:rPr lang="en-US" dirty="0"/>
              <a:t>There is </a:t>
            </a:r>
            <a:r>
              <a:rPr lang="en-US" b="1" dirty="0"/>
              <a:t>no single best platform</a:t>
            </a:r>
            <a:r>
              <a:rPr lang="en-US" dirty="0"/>
              <a:t>. Engagement depends on regional preferences and which platforms are most popular in each country..</a:t>
            </a:r>
          </a:p>
          <a:p>
            <a:pPr marL="285750" indent="-285750">
              <a:buFont typeface="Arial" panose="020B0604020202020204" pitchFamily="34" charset="0"/>
              <a:buChar char="•"/>
            </a:pPr>
            <a:r>
              <a:rPr lang="en-US" dirty="0"/>
              <a:t>Platforms perform strongest where their content style matches local user behavior (e.g., TikTok in the USA/Japan, Instagram in Brazil/Australia, Twitter in India).</a:t>
            </a:r>
          </a:p>
        </p:txBody>
      </p:sp>
    </p:spTree>
    <p:extLst>
      <p:ext uri="{BB962C8B-B14F-4D97-AF65-F5344CB8AC3E}">
        <p14:creationId xmlns:p14="http://schemas.microsoft.com/office/powerpoint/2010/main" val="3939658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3B3D9A-C41D-65B2-9FB3-C87318AD4E8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C8DA83A-5763-B5A1-FA99-6A3FBAAC3505}"/>
              </a:ext>
            </a:extLst>
          </p:cNvPr>
          <p:cNvSpPr>
            <a:spLocks noGrp="1"/>
          </p:cNvSpPr>
          <p:nvPr>
            <p:ph type="title"/>
          </p:nvPr>
        </p:nvSpPr>
        <p:spPr/>
        <p:txBody>
          <a:bodyPr/>
          <a:lstStyle/>
          <a:p>
            <a:r>
              <a:rPr lang="en-US" dirty="0">
                <a:solidFill>
                  <a:srgbClr val="002248"/>
                </a:solidFill>
              </a:rPr>
              <a:t>Conclusion &amp; Future Work</a:t>
            </a:r>
          </a:p>
        </p:txBody>
      </p:sp>
      <p:sp>
        <p:nvSpPr>
          <p:cNvPr id="2" name="Text Placeholder 1">
            <a:extLst>
              <a:ext uri="{FF2B5EF4-FFF2-40B4-BE49-F238E27FC236}">
                <a16:creationId xmlns:a16="http://schemas.microsoft.com/office/drawing/2014/main" id="{FAB6B0B2-CFDB-24E3-0F64-C71D9AA08042}"/>
              </a:ext>
            </a:extLst>
          </p:cNvPr>
          <p:cNvSpPr>
            <a:spLocks noGrp="1"/>
          </p:cNvSpPr>
          <p:nvPr>
            <p:ph type="body" idx="1"/>
          </p:nvPr>
        </p:nvSpPr>
        <p:spPr>
          <a:xfrm>
            <a:off x="849312" y="1690688"/>
            <a:ext cx="4983161" cy="407193"/>
          </a:xfrm>
          <a:solidFill>
            <a:schemeClr val="accent2"/>
          </a:solidFill>
        </p:spPr>
        <p:txBody>
          <a:bodyPr/>
          <a:lstStyle/>
          <a:p>
            <a:r>
              <a:rPr lang="en-US" dirty="0">
                <a:solidFill>
                  <a:schemeClr val="tx1"/>
                </a:solidFill>
              </a:rPr>
              <a:t>Conclusion</a:t>
            </a:r>
          </a:p>
        </p:txBody>
      </p:sp>
      <p:sp>
        <p:nvSpPr>
          <p:cNvPr id="7" name="Text Placeholder 6">
            <a:extLst>
              <a:ext uri="{FF2B5EF4-FFF2-40B4-BE49-F238E27FC236}">
                <a16:creationId xmlns:a16="http://schemas.microsoft.com/office/drawing/2014/main" id="{774DF13A-91E6-4382-2780-8E79CDA5E876}"/>
              </a:ext>
            </a:extLst>
          </p:cNvPr>
          <p:cNvSpPr>
            <a:spLocks noGrp="1"/>
          </p:cNvSpPr>
          <p:nvPr>
            <p:ph type="body" sz="quarter" idx="3"/>
          </p:nvPr>
        </p:nvSpPr>
        <p:spPr>
          <a:xfrm>
            <a:off x="6194427" y="1690688"/>
            <a:ext cx="5183188" cy="407193"/>
          </a:xfrm>
          <a:solidFill>
            <a:srgbClr val="002248"/>
          </a:solidFill>
        </p:spPr>
        <p:txBody>
          <a:bodyPr/>
          <a:lstStyle/>
          <a:p>
            <a:r>
              <a:rPr lang="en-US">
                <a:solidFill>
                  <a:schemeClr val="bg1"/>
                </a:solidFill>
              </a:rPr>
              <a:t>Future Work</a:t>
            </a:r>
          </a:p>
        </p:txBody>
      </p:sp>
      <p:sp>
        <p:nvSpPr>
          <p:cNvPr id="3" name="Slide Number Placeholder 2">
            <a:extLst>
              <a:ext uri="{FF2B5EF4-FFF2-40B4-BE49-F238E27FC236}">
                <a16:creationId xmlns:a16="http://schemas.microsoft.com/office/drawing/2014/main" id="{BEFEFF71-493F-0657-2241-22D3D07AF94D}"/>
              </a:ext>
            </a:extLst>
          </p:cNvPr>
          <p:cNvSpPr>
            <a:spLocks noGrp="1"/>
          </p:cNvSpPr>
          <p:nvPr>
            <p:ph type="sldNum" sz="quarter" idx="12"/>
          </p:nvPr>
        </p:nvSpPr>
        <p:spPr/>
        <p:txBody>
          <a:bodyPr/>
          <a:lstStyle/>
          <a:p>
            <a:fld id="{08AB70BE-1769-45B8-85A6-0C837432C7E6}" type="slidenum">
              <a:rPr lang="en-US" smtClean="0"/>
              <a:pPr/>
              <a:t>10</a:t>
            </a:fld>
            <a:endParaRPr lang="en-US"/>
          </a:p>
        </p:txBody>
      </p:sp>
      <p:sp>
        <p:nvSpPr>
          <p:cNvPr id="11" name="Rectangle 1">
            <a:extLst>
              <a:ext uri="{FF2B5EF4-FFF2-40B4-BE49-F238E27FC236}">
                <a16:creationId xmlns:a16="http://schemas.microsoft.com/office/drawing/2014/main" id="{E621936B-FEAD-2D86-9733-BF710FB13F65}"/>
              </a:ext>
            </a:extLst>
          </p:cNvPr>
          <p:cNvSpPr>
            <a:spLocks noChangeArrowheads="1"/>
          </p:cNvSpPr>
          <p:nvPr/>
        </p:nvSpPr>
        <p:spPr bwMode="auto">
          <a:xfrm>
            <a:off x="749298" y="2097881"/>
            <a:ext cx="5183187"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mj-lt"/>
              <a:buAutoNum type="arabicPeriod"/>
            </a:pPr>
            <a:r>
              <a:rPr lang="en-US" b="1" dirty="0"/>
              <a:t>Content type </a:t>
            </a:r>
            <a:r>
              <a:rPr lang="en-US" dirty="0"/>
              <a:t>is the strongest driver of engagement, with short-form videos and live streams consistently outperforming other formats across platforms and regions.</a:t>
            </a:r>
          </a:p>
          <a:p>
            <a:pPr marL="342900" indent="-342900">
              <a:buFont typeface="+mj-lt"/>
              <a:buAutoNum type="arabicPeriod"/>
            </a:pPr>
            <a:endParaRPr lang="en-US" dirty="0"/>
          </a:p>
          <a:p>
            <a:pPr marL="342900" indent="-342900">
              <a:buFont typeface="+mj-lt"/>
              <a:buAutoNum type="arabicPeriod"/>
            </a:pPr>
            <a:r>
              <a:rPr lang="en-US" b="1" dirty="0"/>
              <a:t>Hashtags</a:t>
            </a:r>
            <a:r>
              <a:rPr lang="en-US" dirty="0"/>
              <a:t> support engagement only when used on already strong content, as seen with #Viral outperforming #Music.</a:t>
            </a:r>
          </a:p>
          <a:p>
            <a:pPr marL="342900" indent="-342900">
              <a:buFont typeface="+mj-lt"/>
              <a:buAutoNum type="arabicPeriod"/>
            </a:pPr>
            <a:endParaRPr lang="en-US" dirty="0"/>
          </a:p>
          <a:p>
            <a:pPr marL="342900" indent="-342900">
              <a:buFont typeface="+mj-lt"/>
              <a:buAutoNum type="arabicPeriod"/>
            </a:pPr>
            <a:r>
              <a:rPr lang="en-US" b="1" dirty="0"/>
              <a:t>Platform engagement </a:t>
            </a:r>
            <a:r>
              <a:rPr lang="en-US" dirty="0"/>
              <a:t>depends on regional user behavior, not the platform itself. Each region favors the content style that fits its culture (e.g., Twitter in India, Instagram in Brazil/Australia).</a:t>
            </a:r>
          </a:p>
          <a:p>
            <a:pPr marL="342900" indent="-342900">
              <a:buFont typeface="+mj-lt"/>
              <a:buAutoNum type="arabicPeriod"/>
            </a:pPr>
            <a:endParaRPr lang="en-US" dirty="0"/>
          </a:p>
          <a:p>
            <a:pPr marL="342900" indent="-342900">
              <a:buFont typeface="+mj-lt"/>
              <a:buAutoNum type="arabicPeriod"/>
            </a:pPr>
            <a:r>
              <a:rPr lang="en-US" b="1" dirty="0"/>
              <a:t>Engagement</a:t>
            </a:r>
            <a:r>
              <a:rPr lang="en-US" dirty="0"/>
              <a:t> is shaped by the interaction of content format, platform environment, and region, not any single feature.</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Rectangle 2">
            <a:extLst>
              <a:ext uri="{FF2B5EF4-FFF2-40B4-BE49-F238E27FC236}">
                <a16:creationId xmlns:a16="http://schemas.microsoft.com/office/drawing/2014/main" id="{1C61778F-25BF-F457-4F6F-87C9727FC99C}"/>
              </a:ext>
            </a:extLst>
          </p:cNvPr>
          <p:cNvSpPr>
            <a:spLocks noChangeArrowheads="1"/>
          </p:cNvSpPr>
          <p:nvPr/>
        </p:nvSpPr>
        <p:spPr bwMode="auto">
          <a:xfrm>
            <a:off x="6096000" y="2240797"/>
            <a:ext cx="5183188"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rPr>
              <a:t>Extend the analysis with datasets that include </a:t>
            </a:r>
            <a:r>
              <a:rPr kumimoji="0" lang="en-US" altLang="en-US" sz="1800" b="1" i="0" u="none" strike="noStrike" cap="none" normalizeH="0" baseline="0" dirty="0">
                <a:ln>
                  <a:noFill/>
                </a:ln>
                <a:solidFill>
                  <a:schemeClr val="tx1"/>
                </a:solidFill>
                <a:effectLst/>
              </a:rPr>
              <a:t>caption text</a:t>
            </a:r>
            <a:r>
              <a:rPr kumimoji="0" lang="en-US" altLang="en-US" sz="1800" b="0" i="0" u="none" strike="noStrike" cap="none" normalizeH="0" baseline="0" dirty="0">
                <a:ln>
                  <a:noFill/>
                </a:ln>
                <a:solidFill>
                  <a:schemeClr val="tx1"/>
                </a:solidFill>
                <a:effectLst/>
              </a:rPr>
              <a:t>, sentiment, or caption length.</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rPr>
              <a:t>Incorporate </a:t>
            </a:r>
            <a:r>
              <a:rPr kumimoji="0" lang="en-US" altLang="en-US" sz="1800" b="1" i="0" u="none" strike="noStrike" cap="none" normalizeH="0" baseline="0" dirty="0">
                <a:ln>
                  <a:noFill/>
                </a:ln>
                <a:solidFill>
                  <a:schemeClr val="tx1"/>
                </a:solidFill>
                <a:effectLst/>
              </a:rPr>
              <a:t>posting times</a:t>
            </a:r>
            <a:r>
              <a:rPr kumimoji="0" lang="en-US" altLang="en-US" sz="1800" b="0" i="0" u="none" strike="noStrike" cap="none" normalizeH="0" baseline="0" dirty="0">
                <a:ln>
                  <a:noFill/>
                </a:ln>
                <a:solidFill>
                  <a:schemeClr val="tx1"/>
                </a:solidFill>
                <a:effectLst/>
              </a:rPr>
              <a:t> and weekly trends to understand time-based engagement patterns.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rPr>
              <a:t>Build a simple </a:t>
            </a:r>
            <a:r>
              <a:rPr kumimoji="0" lang="en-US" altLang="en-US" sz="1800" b="1" i="0" u="none" strike="noStrike" cap="none" normalizeH="0" baseline="0" dirty="0">
                <a:ln>
                  <a:noFill/>
                </a:ln>
                <a:solidFill>
                  <a:schemeClr val="tx1"/>
                </a:solidFill>
                <a:effectLst/>
              </a:rPr>
              <a:t>predictive model</a:t>
            </a:r>
            <a:r>
              <a:rPr kumimoji="0" lang="en-US" altLang="en-US" sz="1800" b="0" i="0" u="none" strike="noStrike" cap="none" normalizeH="0" baseline="0" dirty="0">
                <a:ln>
                  <a:noFill/>
                </a:ln>
                <a:solidFill>
                  <a:schemeClr val="tx1"/>
                </a:solidFill>
                <a:effectLst/>
              </a:rPr>
              <a:t> to estimate engagement for different content types.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rPr>
              <a:t>Compare findings with a newer or larger dataset to see if </a:t>
            </a:r>
            <a:r>
              <a:rPr kumimoji="0" lang="en-US" altLang="en-US" sz="1800" b="1" i="0" u="none" strike="noStrike" cap="none" normalizeH="0" baseline="0" dirty="0">
                <a:ln>
                  <a:noFill/>
                </a:ln>
                <a:solidFill>
                  <a:schemeClr val="tx1"/>
                </a:solidFill>
                <a:effectLst/>
              </a:rPr>
              <a:t>short-form video dominance</a:t>
            </a:r>
            <a:r>
              <a:rPr kumimoji="0" lang="en-US" altLang="en-US" sz="1800" b="0" i="0" u="none" strike="noStrike" cap="none" normalizeH="0" baseline="0" dirty="0">
                <a:ln>
                  <a:noFill/>
                </a:ln>
                <a:solidFill>
                  <a:schemeClr val="tx1"/>
                </a:solidFill>
                <a:effectLst/>
              </a:rPr>
              <a:t> remains consistent over time.</a:t>
            </a:r>
          </a:p>
        </p:txBody>
      </p:sp>
    </p:spTree>
    <p:extLst>
      <p:ext uri="{BB962C8B-B14F-4D97-AF65-F5344CB8AC3E}">
        <p14:creationId xmlns:p14="http://schemas.microsoft.com/office/powerpoint/2010/main" val="23362940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834CF22-F1EA-51FD-9C23-65C3A0C4B49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FA7D043-4A20-AEE0-F5FC-E83667171D2A}"/>
              </a:ext>
            </a:extLst>
          </p:cNvPr>
          <p:cNvSpPr>
            <a:spLocks noGrp="1"/>
          </p:cNvSpPr>
          <p:nvPr>
            <p:ph type="title"/>
          </p:nvPr>
        </p:nvSpPr>
        <p:spPr/>
        <p:txBody>
          <a:bodyPr/>
          <a:lstStyle/>
          <a:p>
            <a:r>
              <a:rPr lang="en-US">
                <a:solidFill>
                  <a:srgbClr val="002248"/>
                </a:solidFill>
              </a:rPr>
              <a:t>References</a:t>
            </a:r>
            <a:r>
              <a:rPr lang="en-US"/>
              <a:t> </a:t>
            </a:r>
          </a:p>
        </p:txBody>
      </p:sp>
      <p:sp>
        <p:nvSpPr>
          <p:cNvPr id="5" name="Content Placeholder 4">
            <a:extLst>
              <a:ext uri="{FF2B5EF4-FFF2-40B4-BE49-F238E27FC236}">
                <a16:creationId xmlns:a16="http://schemas.microsoft.com/office/drawing/2014/main" id="{8D2AEA10-64B8-2A6E-B552-BD4A71519C81}"/>
              </a:ext>
            </a:extLst>
          </p:cNvPr>
          <p:cNvSpPr>
            <a:spLocks noGrp="1"/>
          </p:cNvSpPr>
          <p:nvPr>
            <p:ph idx="1"/>
          </p:nvPr>
        </p:nvSpPr>
        <p:spPr>
          <a:xfrm>
            <a:off x="914399" y="1676400"/>
            <a:ext cx="11170013" cy="4590931"/>
          </a:xfrm>
        </p:spPr>
        <p:txBody>
          <a:bodyPr>
            <a:normAutofit fontScale="92500"/>
          </a:bodyPr>
          <a:lstStyle/>
          <a:p>
            <a:r>
              <a:rPr lang="en-US" dirty="0">
                <a:latin typeface="Arial "/>
              </a:rPr>
              <a:t>Franck, T. (2023). </a:t>
            </a:r>
            <a:r>
              <a:rPr lang="en-US" i="1" dirty="0">
                <a:latin typeface="Arial "/>
              </a:rPr>
              <a:t>Instagram sees over 500 million daily active users posting stories.</a:t>
            </a:r>
            <a:r>
              <a:rPr lang="en-US" dirty="0">
                <a:latin typeface="Arial "/>
              </a:rPr>
              <a:t> CNBC. </a:t>
            </a:r>
            <a:r>
              <a:rPr lang="en-US" dirty="0">
                <a:latin typeface="Arial "/>
                <a:hlinkClick r:id="rId2"/>
              </a:rPr>
              <a:t>https://www.cnbc.com/</a:t>
            </a:r>
            <a:endParaRPr lang="en-US" dirty="0">
              <a:latin typeface="Arial "/>
            </a:endParaRPr>
          </a:p>
          <a:p>
            <a:r>
              <a:rPr lang="en-US" dirty="0" err="1">
                <a:latin typeface="Arial "/>
              </a:rPr>
              <a:t>Soundankar</a:t>
            </a:r>
            <a:r>
              <a:rPr lang="en-US" dirty="0">
                <a:latin typeface="Arial "/>
              </a:rPr>
              <a:t>, A. (2024). </a:t>
            </a:r>
            <a:r>
              <a:rPr lang="en-US" i="1" dirty="0">
                <a:latin typeface="Arial "/>
              </a:rPr>
              <a:t>Viral social media trends and engagement analysis</a:t>
            </a:r>
            <a:r>
              <a:rPr lang="en-US" dirty="0">
                <a:latin typeface="Arial "/>
              </a:rPr>
              <a:t> [Data set]. Kaggle. </a:t>
            </a:r>
            <a:r>
              <a:rPr lang="en-US" dirty="0">
                <a:latin typeface="Arial "/>
                <a:hlinkClick r:id="rId3"/>
              </a:rPr>
              <a:t>https://www.kaggle.com/datasets/atharvasoundankar/viral-social-media-trends-and-engagement-analysis</a:t>
            </a:r>
            <a:r>
              <a:rPr lang="en-US" dirty="0">
                <a:latin typeface="Arial "/>
              </a:rPr>
              <a:t> </a:t>
            </a:r>
          </a:p>
          <a:p>
            <a:r>
              <a:rPr lang="en-US" dirty="0">
                <a:latin typeface="Arial "/>
              </a:rPr>
              <a:t>Islam, A., Rahman, A., &amp; Dey, L. (2020). Predicting the performance of social media posts using machine learning. </a:t>
            </a:r>
            <a:r>
              <a:rPr lang="en-US" i="1" dirty="0">
                <a:latin typeface="Arial "/>
              </a:rPr>
              <a:t>IEEE Access, 8</a:t>
            </a:r>
            <a:r>
              <a:rPr lang="en-US" dirty="0">
                <a:latin typeface="Arial "/>
              </a:rPr>
              <a:t>, 167601–167614. </a:t>
            </a:r>
            <a:r>
              <a:rPr lang="en-US" dirty="0">
                <a:latin typeface="Arial "/>
                <a:hlinkClick r:id="rId4"/>
              </a:rPr>
              <a:t>https://doi.org/10.1109/ACCESS.2020.3022937</a:t>
            </a:r>
            <a:endParaRPr lang="en-US" dirty="0">
              <a:latin typeface="Arial "/>
            </a:endParaRPr>
          </a:p>
          <a:p>
            <a:r>
              <a:rPr lang="en-US" dirty="0">
                <a:latin typeface="Arial "/>
              </a:rPr>
              <a:t>Wang, T., &amp; Sun, Y. (2022). Modeling user engagement dynamics on short-video platforms. </a:t>
            </a:r>
            <a:r>
              <a:rPr lang="en-US" i="1" dirty="0">
                <a:latin typeface="Arial "/>
              </a:rPr>
              <a:t>ACM Transactions on Social Computing, 5</a:t>
            </a:r>
            <a:r>
              <a:rPr lang="en-US" dirty="0">
                <a:latin typeface="Arial "/>
              </a:rPr>
              <a:t>(4), 1–23. </a:t>
            </a:r>
            <a:r>
              <a:rPr lang="en-US" dirty="0">
                <a:latin typeface="Arial "/>
                <a:hlinkClick r:id="rId5"/>
              </a:rPr>
              <a:t>https://doi.org/10.1145/3517342</a:t>
            </a:r>
            <a:endParaRPr lang="en-US" dirty="0">
              <a:latin typeface="Arial "/>
            </a:endParaRPr>
          </a:p>
          <a:p>
            <a:r>
              <a:rPr lang="en-US" dirty="0">
                <a:latin typeface="Arial "/>
              </a:rPr>
              <a:t>Project Proposal Template. (2025). East Tennessee State University, Department of Computing (CSCI 5010 – Dr. Ahmad Al Doulat).</a:t>
            </a:r>
          </a:p>
          <a:p>
            <a:endParaRPr lang="en-US" dirty="0">
              <a:solidFill>
                <a:schemeClr val="tx1"/>
              </a:solidFill>
              <a:latin typeface="Arial" panose="020B0604020202020204" pitchFamily="34" charset="0"/>
              <a:cs typeface="Arial" panose="020B0604020202020204" pitchFamily="34" charset="0"/>
            </a:endParaRPr>
          </a:p>
        </p:txBody>
      </p:sp>
      <p:sp>
        <p:nvSpPr>
          <p:cNvPr id="3" name="Slide Number Placeholder 2">
            <a:extLst>
              <a:ext uri="{FF2B5EF4-FFF2-40B4-BE49-F238E27FC236}">
                <a16:creationId xmlns:a16="http://schemas.microsoft.com/office/drawing/2014/main" id="{E5452444-0CB2-772E-0D4B-88131B1CFCFC}"/>
              </a:ext>
            </a:extLst>
          </p:cNvPr>
          <p:cNvSpPr>
            <a:spLocks noGrp="1"/>
          </p:cNvSpPr>
          <p:nvPr>
            <p:ph type="sldNum" sz="quarter" idx="12"/>
          </p:nvPr>
        </p:nvSpPr>
        <p:spPr/>
        <p:txBody>
          <a:bodyPr/>
          <a:lstStyle/>
          <a:p>
            <a:fld id="{08AB70BE-1769-45B8-85A6-0C837432C7E6}" type="slidenum">
              <a:rPr lang="en-US" smtClean="0">
                <a:solidFill>
                  <a:srgbClr val="002248"/>
                </a:solidFill>
              </a:rPr>
              <a:pPr/>
              <a:t>11</a:t>
            </a:fld>
            <a:endParaRPr lang="en-US" dirty="0">
              <a:solidFill>
                <a:srgbClr val="002248"/>
              </a:solidFill>
            </a:endParaRPr>
          </a:p>
        </p:txBody>
      </p:sp>
    </p:spTree>
    <p:extLst>
      <p:ext uri="{BB962C8B-B14F-4D97-AF65-F5344CB8AC3E}">
        <p14:creationId xmlns:p14="http://schemas.microsoft.com/office/powerpoint/2010/main" val="3212647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C71D8FC-E122-CABE-6FCE-615B2C341934}"/>
              </a:ext>
            </a:extLst>
          </p:cNvPr>
          <p:cNvSpPr>
            <a:spLocks noGrp="1"/>
          </p:cNvSpPr>
          <p:nvPr>
            <p:ph type="title"/>
          </p:nvPr>
        </p:nvSpPr>
        <p:spPr>
          <a:xfrm>
            <a:off x="3794758" y="1087085"/>
            <a:ext cx="4602483" cy="4896019"/>
          </a:xfrm>
        </p:spPr>
        <p:txBody>
          <a:bodyPr/>
          <a:lstStyle/>
          <a:p>
            <a:r>
              <a:rPr lang="en-US" dirty="0">
                <a:solidFill>
                  <a:srgbClr val="002248"/>
                </a:solidFill>
              </a:rPr>
              <a:t>Thank you</a:t>
            </a:r>
          </a:p>
        </p:txBody>
      </p:sp>
      <p:sp>
        <p:nvSpPr>
          <p:cNvPr id="2" name="Slide Number Placeholder 1">
            <a:extLst>
              <a:ext uri="{FF2B5EF4-FFF2-40B4-BE49-F238E27FC236}">
                <a16:creationId xmlns:a16="http://schemas.microsoft.com/office/drawing/2014/main" id="{D2251D25-3B01-9BA5-7DFB-C03379CA7349}"/>
              </a:ext>
            </a:extLst>
          </p:cNvPr>
          <p:cNvSpPr>
            <a:spLocks noGrp="1"/>
          </p:cNvSpPr>
          <p:nvPr>
            <p:ph type="sldNum" sz="quarter" idx="4"/>
          </p:nvPr>
        </p:nvSpPr>
        <p:spPr>
          <a:xfrm>
            <a:off x="10896600" y="5983104"/>
            <a:ext cx="1295400" cy="1297806"/>
          </a:xfrm>
        </p:spPr>
        <p:txBody>
          <a:bodyPr/>
          <a:lstStyle/>
          <a:p>
            <a:fld id="{08AB70BE-1769-45B8-85A6-0C837432C7E6}" type="slidenum">
              <a:rPr lang="en-US" sz="1800" smtClean="0">
                <a:solidFill>
                  <a:srgbClr val="002248"/>
                </a:solidFill>
              </a:rPr>
              <a:pPr/>
              <a:t>12</a:t>
            </a:fld>
            <a:endParaRPr lang="en-US" sz="1800" dirty="0">
              <a:solidFill>
                <a:srgbClr val="002248"/>
              </a:solidFill>
            </a:endParaRPr>
          </a:p>
        </p:txBody>
      </p:sp>
    </p:spTree>
    <p:extLst>
      <p:ext uri="{BB962C8B-B14F-4D97-AF65-F5344CB8AC3E}">
        <p14:creationId xmlns:p14="http://schemas.microsoft.com/office/powerpoint/2010/main" val="2280806097"/>
      </p:ext>
    </p:extLst>
  </p:cSld>
  <p:clrMapOvr>
    <a:masterClrMapping/>
  </p:clrMapOvr>
</p:sld>
</file>

<file path=ppt/theme/theme1.xml><?xml version="1.0" encoding="utf-8"?>
<a:theme xmlns:a="http://schemas.openxmlformats.org/drawingml/2006/main" name="ModOverlayVTI">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Elephant Arial Nova Light">
      <a:majorFont>
        <a:latin typeface="Elephan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ctr">
          <a:defRPr sz="2000">
            <a:solidFill>
              <a:srgbClr val="002248"/>
            </a:solidFill>
            <a:latin typeface="Calibri" panose="020F0502020204030204" pitchFamily="34" charset="0"/>
            <a:ea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ModOverlayVTI" id="{85202D65-63D3-4793-A090-FA8DF18DC0BE}" vid="{91924FCD-E846-48AE-B233-F25A78D18B8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55453AF4-4FB0-4B39-9296-55DED383E987}">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C5C2001-E626-4890-B405-22B5BD1CB05A}">
  <ds:schemaRefs>
    <ds:schemaRef ds:uri="http://schemas.microsoft.com/sharepoint/v3/contenttype/forms"/>
  </ds:schemaRefs>
</ds:datastoreItem>
</file>

<file path=customXml/itemProps3.xml><?xml version="1.0" encoding="utf-8"?>
<ds:datastoreItem xmlns:ds="http://schemas.openxmlformats.org/officeDocument/2006/customXml" ds:itemID="{80D7C3E5-1734-4636-9EC5-AEB06BF1FB20}">
  <ds:schemaRefs>
    <ds:schemaRef ds:uri="230e9df3-be65-4c73-a93b-d1236ebd677e"/>
    <ds:schemaRef ds:uri="http://schemas.microsoft.com/office/infopath/2007/PartnerControls"/>
    <ds:schemaRef ds:uri="http://schemas.microsoft.com/office/2006/documentManagement/types"/>
    <ds:schemaRef ds:uri="http://schemas.microsoft.com/office/2006/metadata/properties"/>
    <ds:schemaRef ds:uri="http://schemas.openxmlformats.org/package/2006/metadata/core-properties"/>
    <ds:schemaRef ds:uri="http://www.w3.org/XML/1998/namespace"/>
    <ds:schemaRef ds:uri="16c05727-aa75-4e4a-9b5f-8a80a1165891"/>
    <ds:schemaRef ds:uri="http://purl.org/dc/terms/"/>
    <ds:schemaRef ds:uri="http://purl.org/dc/dcmitype/"/>
    <ds:schemaRef ds:uri="71af3243-3dd4-4a8d-8c0d-dd76da1f02a5"/>
    <ds:schemaRef ds:uri="http://schemas.microsoft.com/sharepoint/v3"/>
    <ds:schemaRef ds:uri="http://purl.org/dc/elements/1.1/"/>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769</TotalTime>
  <Words>2047</Words>
  <Application>Microsoft Office PowerPoint</Application>
  <PresentationFormat>Widescreen</PresentationFormat>
  <Paragraphs>162</Paragraphs>
  <Slides>12</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Arial </vt:lpstr>
      <vt:lpstr>Arial Nova Light</vt:lpstr>
      <vt:lpstr>Calibri</vt:lpstr>
      <vt:lpstr>Elephant</vt:lpstr>
      <vt:lpstr>ModOverlayVTI</vt:lpstr>
      <vt:lpstr> Features of  Social Media Posts That Drive Higher Engagement</vt:lpstr>
      <vt:lpstr>Introduction &amp; Motivation</vt:lpstr>
      <vt:lpstr>Literature Review </vt:lpstr>
      <vt:lpstr>Dataset Overview</vt:lpstr>
      <vt:lpstr>Methodology</vt:lpstr>
      <vt:lpstr>Results &amp; Interpretation</vt:lpstr>
      <vt:lpstr>Results &amp; Interpretation</vt:lpstr>
      <vt:lpstr>Results &amp; Interpretation</vt:lpstr>
      <vt:lpstr>Results &amp; Interpretation</vt:lpstr>
      <vt:lpstr>Conclusion &amp; Future Work</vt:lpstr>
      <vt:lpstr>References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 Doulat, Ahmad</dc:creator>
  <cp:lastModifiedBy>Smith, Sharon</cp:lastModifiedBy>
  <cp:revision>5</cp:revision>
  <dcterms:created xsi:type="dcterms:W3CDTF">2025-10-19T19:09:13Z</dcterms:created>
  <dcterms:modified xsi:type="dcterms:W3CDTF">2025-11-30T19:04:16Z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